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5114" r:id="rId4"/>
  </p:sldMasterIdLst>
  <p:notesMasterIdLst>
    <p:notesMasterId r:id="rId37"/>
  </p:notesMasterIdLst>
  <p:handoutMasterIdLst>
    <p:handoutMasterId r:id="rId38"/>
  </p:handoutMasterIdLst>
  <p:sldIdLst>
    <p:sldId id="2147471343" r:id="rId5"/>
    <p:sldId id="259" r:id="rId6"/>
    <p:sldId id="265" r:id="rId7"/>
    <p:sldId id="260" r:id="rId8"/>
    <p:sldId id="2147471526" r:id="rId9"/>
    <p:sldId id="2147471527" r:id="rId10"/>
    <p:sldId id="256" r:id="rId11"/>
    <p:sldId id="2147483645" r:id="rId12"/>
    <p:sldId id="2147471547" r:id="rId13"/>
    <p:sldId id="277" r:id="rId14"/>
    <p:sldId id="2147471597" r:id="rId15"/>
    <p:sldId id="279" r:id="rId16"/>
    <p:sldId id="2147471198" r:id="rId17"/>
    <p:sldId id="2147471362" r:id="rId18"/>
    <p:sldId id="287" r:id="rId19"/>
    <p:sldId id="2147471232" r:id="rId20"/>
    <p:sldId id="2147483628" r:id="rId21"/>
    <p:sldId id="2147471234" r:id="rId22"/>
    <p:sldId id="2147483617" r:id="rId23"/>
    <p:sldId id="2147471333" r:id="rId24"/>
    <p:sldId id="2147471334" r:id="rId25"/>
    <p:sldId id="2147471594" r:id="rId26"/>
    <p:sldId id="300" r:id="rId27"/>
    <p:sldId id="2147471170" r:id="rId28"/>
    <p:sldId id="2147471175" r:id="rId29"/>
    <p:sldId id="2147471174" r:id="rId30"/>
    <p:sldId id="2147471265" r:id="rId31"/>
    <p:sldId id="2147471266" r:id="rId32"/>
    <p:sldId id="2147471267" r:id="rId33"/>
    <p:sldId id="2147471268" r:id="rId34"/>
    <p:sldId id="2147471245" r:id="rId35"/>
    <p:sldId id="2147471247" r:id="rId36"/>
  </p:sldIdLst>
  <p:sldSz cx="12188825" cy="6858000"/>
  <p:notesSz cx="7010400" cy="9236075"/>
  <p:embeddedFontLst>
    <p:embeddedFont>
      <p:font typeface="ServiceNow Sans" panose="020B0504040101010104" pitchFamily="34" charset="77"/>
      <p:regular r:id="rId39"/>
      <p:bold r:id="rId40"/>
      <p:italic r:id="rId41"/>
      <p:boldItalic r:id="rId42"/>
    </p:embeddedFont>
    <p:embeddedFont>
      <p:font typeface="ServiceNow Sans Bold" panose="020B0504040101010104" pitchFamily="34" charset="77"/>
      <p:bold r:id="rId43"/>
      <p:italic r:id="rId44"/>
      <p:boldItalic r:id="rId45"/>
    </p:embeddedFont>
    <p:embeddedFont>
      <p:font typeface="ServiceNow Sans Display Bold" panose="020B0804040101010104"/>
      <p:bold r:id="rId46"/>
    </p:embeddedFont>
    <p:embeddedFont>
      <p:font typeface="ServiceNow Sans Light" panose="020B0404040101010104" pitchFamily="34" charset="77"/>
      <p:regular r:id="rId47"/>
      <p:italic r:id="rId48"/>
    </p:embeddedFont>
    <p:embeddedFont>
      <p:font typeface="ServiceNow Sans Medium" panose="020B0504040101010104" pitchFamily="34" charset="77"/>
      <p:regular r:id="rId49"/>
      <p:italic r:id="rId50"/>
    </p:embeddedFont>
  </p:embeddedFontLst>
  <p:custDataLst>
    <p:tags r:id="rId51"/>
  </p:custDataLst>
  <p:defaultTex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p:defaultTextStyle>
  <p:extLst>
    <p:ext uri="{521415D9-36F7-43E2-AB2F-B90AF26B5E84}">
      <p14:sectionLst xmlns:p14="http://schemas.microsoft.com/office/powerpoint/2010/main">
        <p14:section name="Welcome" id="{0F15A25E-7C8D-2F4F-AF8E-58D885F50AD5}">
          <p14:sldIdLst>
            <p14:sldId id="2147471343"/>
            <p14:sldId id="259"/>
            <p14:sldId id="265"/>
            <p14:sldId id="260"/>
            <p14:sldId id="2147471526"/>
            <p14:sldId id="2147471527"/>
            <p14:sldId id="256"/>
            <p14:sldId id="2147483645"/>
          </p14:sldIdLst>
        </p14:section>
        <p14:section name="Core Layouts" id="{A527BFF4-141E-483D-BB25-389C850FF8D3}">
          <p14:sldIdLst>
            <p14:sldId id="2147471547"/>
            <p14:sldId id="277"/>
            <p14:sldId id="2147471597"/>
            <p14:sldId id="279"/>
            <p14:sldId id="2147471198"/>
            <p14:sldId id="2147471362"/>
            <p14:sldId id="287"/>
            <p14:sldId id="2147471232"/>
            <p14:sldId id="2147483628"/>
            <p14:sldId id="2147471234"/>
            <p14:sldId id="2147483617"/>
            <p14:sldId id="2147471333"/>
            <p14:sldId id="2147471334"/>
            <p14:sldId id="2147471594"/>
            <p14:sldId id="300"/>
            <p14:sldId id="2147471170"/>
            <p14:sldId id="2147471175"/>
            <p14:sldId id="2147471174"/>
            <p14:sldId id="2147471265"/>
            <p14:sldId id="2147471266"/>
            <p14:sldId id="2147471267"/>
            <p14:sldId id="2147471268"/>
            <p14:sldId id="2147471245"/>
            <p14:sldId id="214747124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29" userDrawn="1">
          <p15:clr>
            <a:srgbClr val="A4A3A4"/>
          </p15:clr>
        </p15:guide>
        <p15:guide id="2" pos="263"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21C86C-FF9F-ADC0-0B93-FBD867B2DCB9}" name="Ryan Thompson" initials="RT" userId="S::ryan.thompson@servicenow.com::97cb87a6-6c57-4ce8-b3a3-06e4da9e8cf0" providerId="AD"/>
  <p188:author id="{441F7A9C-5202-80D2-0E60-10B61C7D4446}" name="Dan Durller" initials="DD" userId="S::daniel.durller@servicenow.com::fbca25f8-9c58-4de3-8d7a-9e6fe0c9b6d3" providerId="AD"/>
  <p188:author id="{6E9C9AAF-4DAF-F0BB-16C0-E624BC12CF27}" name="Hannah Foley" initials="HF" userId="S::hannah.foley@servicenow.com::020280a4-afca-4df0-821a-24c78b418e55" providerId="AD"/>
  <p188:author id="{739F7ED6-BAC4-F79E-DB3A-B07822E21FBA}" name="Kelley Melvin" initials="KM" userId="S::kelley.melvin@servicenow.com::82df00f4-a331-4c3d-8135-46940297018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milie Doolittle" initials="ED [7]" lastIdx="1" clrIdx="0"/>
  <p:cmAuthor id="2" name="Emilie Doolittle" initials="ED [8]" lastIdx="1" clrIdx="1"/>
  <p:cmAuthor id="3" name="Emilie Doolittle" initials="ED [9]" lastIdx="1" clrIdx="2"/>
  <p:cmAuthor id="4" name="Emilie Doolittle" initials="ED [10]" lastIdx="1" clrIdx="3"/>
  <p:cmAuthor id="5" name="Emilie Doolittle" initials="ED [11]" lastIdx="1" clrIdx="4"/>
  <p:cmAuthor id="6" name="Emilie Doolittle" initials="ED [12]" lastIdx="1" clrIdx="5"/>
  <p:cmAuthor id="7" name="Emilie Doolittle" initials="ED [13]" lastIdx="1" clrIdx="6"/>
  <p:cmAuthor id="8" name="Emilie Doolittle" initials="ED" lastIdx="1" clrIdx="7"/>
  <p:cmAuthor id="9" name="Emilie Doolittle" initials="ED [2]" lastIdx="1" clrIdx="8"/>
  <p:cmAuthor id="10" name="Emilie Doolittle" initials="ED [3]" lastIdx="1" clrIdx="9"/>
  <p:cmAuthor id="11" name="Emilie Doolittle" initials="ED [4]" lastIdx="1" clrIdx="10"/>
  <p:cmAuthor id="12" name="Emilie Doolittle" initials="ED [5]" lastIdx="1" clrIdx="11"/>
  <p:cmAuthor id="13" name="Emilie Doolittle" initials="ED [6]" lastIdx="1" clrIdx="12"/>
  <p:cmAuthor id="14" name="Emilie Doolittle" initials="ED [14]" lastIdx="1" clrIdx="13"/>
  <p:cmAuthor id="15" name="Emilie Doolittle" initials="ED [15]" lastIdx="1" clrIdx="14"/>
  <p:cmAuthor id="16" name="Emilie Doolittle" initials="ED [16]" lastIdx="1" clrIdx="15"/>
  <p:cmAuthor id="17" name="Emilie Doolittle" initials="ED [17]" lastIdx="1" clrIdx="16"/>
  <p:cmAuthor id="18" name="John Reed" initials="JR" lastIdx="1" clrIdx="17">
    <p:extLst>
      <p:ext uri="{19B8F6BF-5375-455C-9EA6-DF929625EA0E}">
        <p15:presenceInfo xmlns:p15="http://schemas.microsoft.com/office/powerpoint/2012/main" userId="1e13c43c9d9f057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63D8"/>
    <a:srgbClr val="BDBAFD"/>
    <a:srgbClr val="C2E6FF"/>
    <a:srgbClr val="DEFFD9"/>
    <a:srgbClr val="537489"/>
    <a:srgbClr val="63DF4E"/>
    <a:srgbClr val="4A6F7C"/>
    <a:srgbClr val="456781"/>
    <a:srgbClr val="2A4F62"/>
    <a:srgbClr val="3059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56"/>
    <p:restoredTop sz="94726"/>
  </p:normalViewPr>
  <p:slideViewPr>
    <p:cSldViewPr snapToGrid="0">
      <p:cViewPr varScale="1">
        <p:scale>
          <a:sx n="102" d="100"/>
          <a:sy n="102" d="100"/>
        </p:scale>
        <p:origin x="1512" y="47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0" y="0"/>
      </p:cViewPr>
      <p:guideLst>
        <p:guide orient="horz" pos="429"/>
        <p:guide pos="26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46" Type="http://schemas.openxmlformats.org/officeDocument/2006/relationships/font" Target="fonts/font8.fntdata"/><Relationship Id="rId20" Type="http://schemas.openxmlformats.org/officeDocument/2006/relationships/slide" Target="slides/slide16.xml"/><Relationship Id="rId41" Type="http://schemas.openxmlformats.org/officeDocument/2006/relationships/font" Target="fonts/font3.fntdata"/><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1.fntdata"/><Relationship Id="rId57"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6.fntdata"/><Relationship Id="rId5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125770"/>
            <a:ext cx="3037840" cy="461804"/>
          </a:xfrm>
          <a:prstGeom prst="rect">
            <a:avLst/>
          </a:prstGeom>
        </p:spPr>
        <p:txBody>
          <a:bodyPr vert="horz" lIns="93387" tIns="46695" rIns="93387" bIns="46695" rtlCol="0"/>
          <a:lstStyle>
            <a:lvl1pPr algn="l">
              <a:defRPr sz="1200"/>
            </a:lvl1pPr>
          </a:lstStyle>
          <a:p>
            <a:endParaRPr lang="en-US" b="1">
              <a:latin typeface="ServiceNow Sans" panose="020B0504040101010104" pitchFamily="34" charset="0"/>
            </a:endParaRPr>
          </a:p>
        </p:txBody>
      </p:sp>
      <p:sp>
        <p:nvSpPr>
          <p:cNvPr id="3" name="Date Placeholder 2"/>
          <p:cNvSpPr>
            <a:spLocks noGrp="1"/>
          </p:cNvSpPr>
          <p:nvPr>
            <p:ph type="dt" sz="quarter" idx="1"/>
          </p:nvPr>
        </p:nvSpPr>
        <p:spPr>
          <a:xfrm>
            <a:off x="3970942" y="125770"/>
            <a:ext cx="3037840" cy="461804"/>
          </a:xfrm>
          <a:prstGeom prst="rect">
            <a:avLst/>
          </a:prstGeom>
        </p:spPr>
        <p:txBody>
          <a:bodyPr vert="horz" lIns="93387" tIns="46695" rIns="93387" bIns="46695" rtlCol="0"/>
          <a:lstStyle>
            <a:lvl1pPr algn="r">
              <a:defRPr sz="1200"/>
            </a:lvl1pPr>
          </a:lstStyle>
          <a:p>
            <a:fld id="{E17B2DBE-960A-614B-B965-BE0EA04CC77A}" type="datetimeFigureOut">
              <a:rPr lang="en-US" b="1" smtClean="0">
                <a:latin typeface="ServiceNow Sans" panose="020B0504040101010104" pitchFamily="34" charset="0"/>
              </a:rPr>
              <a:pPr/>
              <a:t>7/14/26</a:t>
            </a:fld>
            <a:endParaRPr lang="en-US" b="1">
              <a:latin typeface="ServiceNow Sans" panose="020B0504040101010104" pitchFamily="34" charset="0"/>
            </a:endParaRPr>
          </a:p>
        </p:txBody>
      </p:sp>
      <p:sp>
        <p:nvSpPr>
          <p:cNvPr id="4" name="Footer Placeholder 3"/>
          <p:cNvSpPr>
            <a:spLocks noGrp="1"/>
          </p:cNvSpPr>
          <p:nvPr>
            <p:ph type="ftr" sz="quarter" idx="2"/>
          </p:nvPr>
        </p:nvSpPr>
        <p:spPr>
          <a:xfrm>
            <a:off x="3" y="8701316"/>
            <a:ext cx="3037840" cy="461804"/>
          </a:xfrm>
          <a:prstGeom prst="rect">
            <a:avLst/>
          </a:prstGeom>
        </p:spPr>
        <p:txBody>
          <a:bodyPr vert="horz" lIns="93387" tIns="46695" rIns="93387" bIns="46695" rtlCol="0" anchor="b"/>
          <a:lstStyle>
            <a:lvl1pPr algn="l">
              <a:defRPr sz="1200"/>
            </a:lvl1pPr>
          </a:lstStyle>
          <a:p>
            <a:endParaRPr lang="en-US" b="1">
              <a:latin typeface="ServiceNow Sans" panose="020B0504040101010104" pitchFamily="34" charset="0"/>
            </a:endParaRPr>
          </a:p>
        </p:txBody>
      </p:sp>
      <p:sp>
        <p:nvSpPr>
          <p:cNvPr id="5" name="Slide Number Placeholder 4"/>
          <p:cNvSpPr>
            <a:spLocks noGrp="1"/>
          </p:cNvSpPr>
          <p:nvPr>
            <p:ph type="sldNum" sz="quarter" idx="3"/>
          </p:nvPr>
        </p:nvSpPr>
        <p:spPr>
          <a:xfrm>
            <a:off x="3970942" y="8701316"/>
            <a:ext cx="3037840" cy="461804"/>
          </a:xfrm>
          <a:prstGeom prst="rect">
            <a:avLst/>
          </a:prstGeom>
        </p:spPr>
        <p:txBody>
          <a:bodyPr vert="horz" lIns="93387" tIns="46695" rIns="93387" bIns="46695" rtlCol="0" anchor="b"/>
          <a:lstStyle>
            <a:lvl1pPr algn="r">
              <a:defRPr sz="1200"/>
            </a:lvl1pPr>
          </a:lstStyle>
          <a:p>
            <a:fld id="{1339C423-F22A-3B4E-A9CE-1A814546B4AA}" type="slidenum">
              <a:rPr lang="en-US" b="1" smtClean="0">
                <a:latin typeface="ServiceNow Sans" panose="020B0504040101010104" pitchFamily="34" charset="0"/>
              </a:rPr>
              <a:pPr/>
              <a:t>‹#›</a:t>
            </a:fld>
            <a:endParaRPr lang="en-US" b="1">
              <a:latin typeface="ServiceNow Sans" panose="020B0504040101010104" pitchFamily="34" charset="0"/>
            </a:endParaRPr>
          </a:p>
        </p:txBody>
      </p:sp>
      <p:pic>
        <p:nvPicPr>
          <p:cNvPr id="35" name="Picture 34">
            <a:extLst>
              <a:ext uri="{FF2B5EF4-FFF2-40B4-BE49-F238E27FC236}">
                <a16:creationId xmlns:a16="http://schemas.microsoft.com/office/drawing/2014/main" id="{4A211A8A-C369-4D94-B82B-7F72C8DB385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799086" y="8816101"/>
            <a:ext cx="1372537" cy="394946"/>
          </a:xfrm>
          <a:prstGeom prst="rect">
            <a:avLst/>
          </a:prstGeom>
        </p:spPr>
      </p:pic>
    </p:spTree>
    <p:extLst>
      <p:ext uri="{BB962C8B-B14F-4D97-AF65-F5344CB8AC3E}">
        <p14:creationId xmlns:p14="http://schemas.microsoft.com/office/powerpoint/2010/main" val="2018496864"/>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909" userDrawn="1">
          <p15:clr>
            <a:srgbClr val="F26B43"/>
          </p15:clr>
        </p15:guide>
        <p15:guide id="2" pos="2208" userDrawn="1">
          <p15:clr>
            <a:srgbClr val="F26B43"/>
          </p15:clr>
        </p15:guide>
      </p15:sldGuideLst>
    </p:ext>
  </p:extLst>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30T10:47:57.626"/>
    </inkml:context>
    <inkml:brush xml:id="br0">
      <inkml:brushProperty name="width" value="0.1" units="cm"/>
      <inkml:brushProperty name="height" value="0.1" units="cm"/>
    </inkml:brush>
  </inkml:definitions>
  <inkml:trace contextRef="#ctx0" brushRef="#br0">14235 16404 0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30T10:47:57.627"/>
    </inkml:context>
    <inkml:brush xml:id="br0">
      <inkml:brushProperty name="width" value="0.1" units="cm"/>
      <inkml:brushProperty name="height" value="0.1" units="cm"/>
    </inkml:brush>
  </inkml:definitions>
  <inkml:trace contextRef="#ctx0" brushRef="#br0">14235 16404 0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30T10:47:57.628"/>
    </inkml:context>
    <inkml:brush xml:id="br0">
      <inkml:brushProperty name="width" value="0.1" units="cm"/>
      <inkml:brushProperty name="height" value="0.1" units="cm"/>
    </inkml:brush>
  </inkml:definitions>
  <inkml:trace contextRef="#ctx0" brushRef="#br0">14235 16404 0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30T10:47:57.629"/>
    </inkml:context>
    <inkml:brush xml:id="br0">
      <inkml:brushProperty name="width" value="0.1" units="cm"/>
      <inkml:brushProperty name="height" value="0.1" units="cm"/>
    </inkml:brush>
  </inkml:definitions>
  <inkml:trace contextRef="#ctx0" brushRef="#br0">7091 16351 0 0 0,'0'0'0'0'0</inkml:trace>
</inkml:ink>
</file>

<file path=ppt/notesMasters/_rels/notesMaster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0"/>
            <a:ext cx="3037840" cy="461804"/>
          </a:xfrm>
          <a:prstGeom prst="rect">
            <a:avLst/>
          </a:prstGeom>
        </p:spPr>
        <p:txBody>
          <a:bodyPr vert="horz" lIns="93387" tIns="46695" rIns="93387" bIns="46695" rtlCol="0"/>
          <a:lstStyle>
            <a:lvl1pPr algn="l">
              <a:defRPr sz="1200" b="1" i="0">
                <a:solidFill>
                  <a:schemeClr val="bg1"/>
                </a:solidFill>
                <a:latin typeface="ServiceNow Sans" panose="020B0504040101010104" pitchFamily="34" charset="0"/>
              </a:defRPr>
            </a:lvl1pPr>
          </a:lstStyle>
          <a:p>
            <a:endParaRPr lang="en-US"/>
          </a:p>
        </p:txBody>
      </p:sp>
      <p:sp>
        <p:nvSpPr>
          <p:cNvPr id="3" name="Date Placeholder 2"/>
          <p:cNvSpPr>
            <a:spLocks noGrp="1"/>
          </p:cNvSpPr>
          <p:nvPr>
            <p:ph type="dt" idx="1"/>
          </p:nvPr>
        </p:nvSpPr>
        <p:spPr>
          <a:xfrm>
            <a:off x="3970942" y="0"/>
            <a:ext cx="3037840" cy="461804"/>
          </a:xfrm>
          <a:prstGeom prst="rect">
            <a:avLst/>
          </a:prstGeom>
        </p:spPr>
        <p:txBody>
          <a:bodyPr vert="horz" lIns="93387" tIns="46695" rIns="93387" bIns="46695" rtlCol="0"/>
          <a:lstStyle>
            <a:lvl1pPr algn="r">
              <a:defRPr sz="1200" b="1" i="0">
                <a:solidFill>
                  <a:schemeClr val="bg1"/>
                </a:solidFill>
                <a:latin typeface="ServiceNow Sans" panose="020B0504040101010104" pitchFamily="34" charset="0"/>
              </a:defRPr>
            </a:lvl1pPr>
          </a:lstStyle>
          <a:p>
            <a:fld id="{546148A2-A49E-4B44-80FB-1D231F249F30}" type="datetimeFigureOut">
              <a:rPr lang="en-US" smtClean="0"/>
              <a:pPr/>
              <a:t>7/14/26</a:t>
            </a:fld>
            <a:endParaRPr lang="en-US"/>
          </a:p>
        </p:txBody>
      </p:sp>
      <p:sp>
        <p:nvSpPr>
          <p:cNvPr id="4" name="Slide Image Placeholder 3"/>
          <p:cNvSpPr>
            <a:spLocks noGrp="1" noRot="1" noChangeAspect="1"/>
          </p:cNvSpPr>
          <p:nvPr>
            <p:ph type="sldImg" idx="2"/>
          </p:nvPr>
        </p:nvSpPr>
        <p:spPr>
          <a:xfrm>
            <a:off x="428625" y="692150"/>
            <a:ext cx="6153150" cy="3462338"/>
          </a:xfrm>
          <a:prstGeom prst="rect">
            <a:avLst/>
          </a:prstGeom>
          <a:noFill/>
          <a:ln w="12700">
            <a:solidFill>
              <a:prstClr val="black"/>
            </a:solidFill>
          </a:ln>
        </p:spPr>
        <p:txBody>
          <a:bodyPr vert="horz" lIns="93387" tIns="46695" rIns="93387" bIns="46695" rtlCol="0" anchor="ctr"/>
          <a:lstStyle/>
          <a:p>
            <a:endParaRPr lang="en-US"/>
          </a:p>
        </p:txBody>
      </p:sp>
      <p:sp>
        <p:nvSpPr>
          <p:cNvPr id="5" name="Notes Placeholder 4"/>
          <p:cNvSpPr>
            <a:spLocks noGrp="1"/>
          </p:cNvSpPr>
          <p:nvPr>
            <p:ph type="body" sz="quarter" idx="3"/>
          </p:nvPr>
        </p:nvSpPr>
        <p:spPr>
          <a:xfrm>
            <a:off x="438151" y="4387136"/>
            <a:ext cx="6134100" cy="4156234"/>
          </a:xfrm>
          <a:prstGeom prst="rect">
            <a:avLst/>
          </a:prstGeom>
        </p:spPr>
        <p:txBody>
          <a:bodyPr vert="horz" lIns="93387" tIns="46695" rIns="93387" bIns="46695" rtlCol="0"/>
          <a:lstStyle/>
          <a:p>
            <a:pPr lvl="0"/>
            <a:r>
              <a:rPr lang="en-US"/>
              <a:t>Click to edit Master text styles</a:t>
            </a:r>
          </a:p>
          <a:p>
            <a:pPr lvl="1"/>
            <a:r>
              <a:rPr lang="en-US"/>
              <a:t>Second level</a:t>
            </a:r>
          </a:p>
        </p:txBody>
      </p:sp>
      <p:sp>
        <p:nvSpPr>
          <p:cNvPr id="6" name="Footer Placeholder 5"/>
          <p:cNvSpPr>
            <a:spLocks noGrp="1"/>
          </p:cNvSpPr>
          <p:nvPr>
            <p:ph type="ftr" sz="quarter" idx="4"/>
          </p:nvPr>
        </p:nvSpPr>
        <p:spPr>
          <a:xfrm>
            <a:off x="3" y="8728227"/>
            <a:ext cx="3037840" cy="461804"/>
          </a:xfrm>
          <a:prstGeom prst="rect">
            <a:avLst/>
          </a:prstGeom>
        </p:spPr>
        <p:txBody>
          <a:bodyPr vert="horz" lIns="93387" tIns="46695" rIns="93387" bIns="46695" rtlCol="0" anchor="b"/>
          <a:lstStyle>
            <a:lvl1pPr algn="l">
              <a:defRPr sz="1200" b="1" i="0">
                <a:solidFill>
                  <a:schemeClr val="bg1"/>
                </a:solidFill>
                <a:latin typeface="ServiceNow Sans" panose="020B0504040101010104" pitchFamily="34" charset="0"/>
              </a:defRPr>
            </a:lvl1pPr>
          </a:lstStyle>
          <a:p>
            <a:endParaRPr lang="en-US"/>
          </a:p>
        </p:txBody>
      </p:sp>
      <p:sp>
        <p:nvSpPr>
          <p:cNvPr id="7" name="Slide Number Placeholder 6"/>
          <p:cNvSpPr>
            <a:spLocks noGrp="1"/>
          </p:cNvSpPr>
          <p:nvPr>
            <p:ph type="sldNum" sz="quarter" idx="5"/>
          </p:nvPr>
        </p:nvSpPr>
        <p:spPr>
          <a:xfrm>
            <a:off x="3970942" y="8728227"/>
            <a:ext cx="3037840" cy="461804"/>
          </a:xfrm>
          <a:prstGeom prst="rect">
            <a:avLst/>
          </a:prstGeom>
        </p:spPr>
        <p:txBody>
          <a:bodyPr vert="horz" lIns="93387" tIns="46695" rIns="93387" bIns="46695" rtlCol="0" anchor="b"/>
          <a:lstStyle>
            <a:lvl1pPr algn="r">
              <a:defRPr sz="1200" b="1" i="0">
                <a:solidFill>
                  <a:schemeClr val="bg1"/>
                </a:solidFill>
                <a:latin typeface="ServiceNow Sans" panose="020B0504040101010104" pitchFamily="34" charset="0"/>
              </a:defRPr>
            </a:lvl1pPr>
          </a:lstStyle>
          <a:p>
            <a:fld id="{074299CD-3469-7241-AD37-C0E01E3A61D2}" type="slidenum">
              <a:rPr lang="en-US" smtClean="0"/>
              <a:pPr/>
              <a:t>‹#›</a:t>
            </a:fld>
            <a:endParaRPr lang="en-US"/>
          </a:p>
        </p:txBody>
      </p:sp>
      <p:pic>
        <p:nvPicPr>
          <p:cNvPr id="35" name="Picture 34">
            <a:extLst>
              <a:ext uri="{FF2B5EF4-FFF2-40B4-BE49-F238E27FC236}">
                <a16:creationId xmlns:a16="http://schemas.microsoft.com/office/drawing/2014/main" id="{AF8886D2-769E-403B-933D-6CB77F4C4F92}"/>
              </a:ext>
            </a:extLst>
          </p:cNvPr>
          <p:cNvPicPr>
            <a:picLocks noChangeAspect="1"/>
          </p:cNvPicPr>
          <p:nvPr/>
        </p:nvPicPr>
        <p:blipFill>
          <a:blip r:embed="rId2"/>
          <a:stretch>
            <a:fillRect/>
          </a:stretch>
        </p:blipFill>
        <p:spPr>
          <a:xfrm>
            <a:off x="2799086" y="8816101"/>
            <a:ext cx="1372537" cy="394946"/>
          </a:xfrm>
          <a:prstGeom prst="rect">
            <a:avLst/>
          </a:prstGeom>
        </p:spPr>
      </p:pic>
    </p:spTree>
    <p:extLst>
      <p:ext uri="{BB962C8B-B14F-4D97-AF65-F5344CB8AC3E}">
        <p14:creationId xmlns:p14="http://schemas.microsoft.com/office/powerpoint/2010/main" val="22557597"/>
      </p:ext>
    </p:extLst>
  </p:cSld>
  <p:clrMap bg1="lt1" tx1="dk1" bg2="lt2" tx2="dk2" accent1="accent1" accent2="accent2" accent3="accent3" accent4="accent4" accent5="accent5" accent6="accent6" hlink="hlink" folHlink="folHlink"/>
  <p:hf hdr="0" ftr="0" dt="0"/>
  <p:notesStyle>
    <a:lvl1pPr marL="171450" indent="-171450" algn="l" defTabSz="457040" rtl="0" eaLnBrk="1" latinLnBrk="0" hangingPunct="1">
      <a:lnSpc>
        <a:spcPct val="95000"/>
      </a:lnSpc>
      <a:spcAft>
        <a:spcPts val="600"/>
      </a:spcAft>
      <a:buFont typeface="ServiceNow Sans" panose="020B0504040101010104" pitchFamily="34" charset="0"/>
      <a:buChar char="•"/>
      <a:defRPr sz="1200" b="0" i="0">
        <a:solidFill>
          <a:schemeClr val="bg1"/>
        </a:solidFill>
        <a:latin typeface="ServiceNow Sans" panose="020B0504040101010104" pitchFamily="34" charset="0"/>
        <a:ea typeface="+mn-ea"/>
        <a:cs typeface="ServiceNow Sans" panose="020B0504040101010104" pitchFamily="34" charset="0"/>
      </a:defRPr>
    </a:lvl1pPr>
    <a:lvl2pPr marL="398384" indent="-171450" algn="l" defTabSz="457040" rtl="0" eaLnBrk="1" latinLnBrk="0" hangingPunct="1">
      <a:lnSpc>
        <a:spcPct val="95000"/>
      </a:lnSpc>
      <a:spcAft>
        <a:spcPts val="600"/>
      </a:spcAft>
      <a:buFont typeface="ServiceNow Sans" panose="020B0504040101010104" pitchFamily="34" charset="0"/>
      <a:buChar char="•"/>
      <a:defRPr sz="1100" b="0" i="0">
        <a:solidFill>
          <a:schemeClr val="bg1"/>
        </a:solidFill>
        <a:latin typeface="ServiceNow Sans" panose="020B0504040101010104" pitchFamily="34" charset="0"/>
        <a:ea typeface="+mn-ea"/>
        <a:cs typeface="ServiceNow Sans" panose="020B0504040101010104" pitchFamily="34" charset="0"/>
      </a:defRPr>
    </a:lvl2pPr>
    <a:lvl3pPr marL="914080" algn="l" defTabSz="457040" rtl="0" eaLnBrk="1" latinLnBrk="0" hangingPunct="1">
      <a:defRPr sz="1200">
        <a:solidFill>
          <a:schemeClr val="tx1"/>
        </a:solidFill>
        <a:latin typeface="+mn-lt"/>
        <a:ea typeface="+mn-ea"/>
        <a:cs typeface="+mn-cs"/>
      </a:defRPr>
    </a:lvl3pPr>
    <a:lvl4pPr marL="1371120" algn="l" defTabSz="457040" rtl="0" eaLnBrk="1" latinLnBrk="0" hangingPunct="1">
      <a:defRPr sz="1200">
        <a:solidFill>
          <a:schemeClr val="tx1"/>
        </a:solidFill>
        <a:latin typeface="+mn-lt"/>
        <a:ea typeface="+mn-ea"/>
        <a:cs typeface="+mn-cs"/>
      </a:defRPr>
    </a:lvl4pPr>
    <a:lvl5pPr marL="1828160" algn="l" defTabSz="457040" rtl="0" eaLnBrk="1" latinLnBrk="0" hangingPunct="1">
      <a:defRPr sz="1200">
        <a:solidFill>
          <a:schemeClr val="tx1"/>
        </a:solidFill>
        <a:latin typeface="+mn-lt"/>
        <a:ea typeface="+mn-ea"/>
        <a:cs typeface="+mn-cs"/>
      </a:defRPr>
    </a:lvl5pPr>
    <a:lvl6pPr marL="2285200" algn="l" defTabSz="457040" rtl="0" eaLnBrk="1" latinLnBrk="0" hangingPunct="1">
      <a:defRPr sz="1200">
        <a:solidFill>
          <a:schemeClr val="tx1"/>
        </a:solidFill>
        <a:latin typeface="+mn-lt"/>
        <a:ea typeface="+mn-ea"/>
        <a:cs typeface="+mn-cs"/>
      </a:defRPr>
    </a:lvl6pPr>
    <a:lvl7pPr marL="2742240" algn="l" defTabSz="457040" rtl="0" eaLnBrk="1" latinLnBrk="0" hangingPunct="1">
      <a:defRPr sz="1200">
        <a:solidFill>
          <a:schemeClr val="tx1"/>
        </a:solidFill>
        <a:latin typeface="+mn-lt"/>
        <a:ea typeface="+mn-ea"/>
        <a:cs typeface="+mn-cs"/>
      </a:defRPr>
    </a:lvl7pPr>
    <a:lvl8pPr marL="3199280" algn="l" defTabSz="457040" rtl="0" eaLnBrk="1" latinLnBrk="0" hangingPunct="1">
      <a:defRPr sz="1200">
        <a:solidFill>
          <a:schemeClr val="tx1"/>
        </a:solidFill>
        <a:latin typeface="+mn-lt"/>
        <a:ea typeface="+mn-ea"/>
        <a:cs typeface="+mn-cs"/>
      </a:defRPr>
    </a:lvl8pPr>
    <a:lvl9pPr marL="3656320" algn="l" defTabSz="457040" rtl="0" eaLnBrk="1" latinLnBrk="0" hangingPunct="1">
      <a:defRPr sz="1200">
        <a:solidFill>
          <a:schemeClr val="tx1"/>
        </a:solidFill>
        <a:latin typeface="+mn-lt"/>
        <a:ea typeface="+mn-ea"/>
        <a:cs typeface="+mn-cs"/>
      </a:defRPr>
    </a:lvl9pPr>
  </p:notesStyle>
  <p:extLst>
    <p:ext uri="{620B2872-D7B9-4A21-9093-7833F8D536E1}">
      <p15:sldGuideLst xmlns:p15="http://schemas.microsoft.com/office/powerpoint/2012/main">
        <p15:guide id="1" orient="horz" pos="2909" userDrawn="1">
          <p15:clr>
            <a:srgbClr val="F26B43"/>
          </p15:clr>
        </p15:guide>
        <p15:guide id="2" pos="220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4299CD-3469-7241-AD37-C0E01E3A61D2}" type="slidenum">
              <a:rPr lang="en-US" smtClean="0"/>
              <a:pPr/>
              <a:t>1</a:t>
            </a:fld>
            <a:endParaRPr lang="en-US"/>
          </a:p>
        </p:txBody>
      </p:sp>
    </p:spTree>
    <p:extLst>
      <p:ext uri="{BB962C8B-B14F-4D97-AF65-F5344CB8AC3E}">
        <p14:creationId xmlns:p14="http://schemas.microsoft.com/office/powerpoint/2010/main" val="1702697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4299CD-3469-7241-AD37-C0E01E3A61D2}" type="slidenum">
              <a:rPr lang="en-US" smtClean="0"/>
              <a:pPr/>
              <a:t>2</a:t>
            </a:fld>
            <a:endParaRPr lang="en-US"/>
          </a:p>
        </p:txBody>
      </p:sp>
    </p:spTree>
    <p:extLst>
      <p:ext uri="{BB962C8B-B14F-4D97-AF65-F5344CB8AC3E}">
        <p14:creationId xmlns:p14="http://schemas.microsoft.com/office/powerpoint/2010/main" val="1705600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317AF-80D7-134B-7B3F-E31567D3B1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2D7D1E-A91D-0D7A-3007-5105A2736E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110AEA-6732-DE84-2C3E-245831DD55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19193B-5965-FA7F-C74A-53FB83B3BA52}"/>
              </a:ext>
            </a:extLst>
          </p:cNvPr>
          <p:cNvSpPr>
            <a:spLocks noGrp="1"/>
          </p:cNvSpPr>
          <p:nvPr>
            <p:ph type="sldNum" sz="quarter" idx="5"/>
          </p:nvPr>
        </p:nvSpPr>
        <p:spPr/>
        <p:txBody>
          <a:bodyPr/>
          <a:lstStyle/>
          <a:p>
            <a:fld id="{074299CD-3469-7241-AD37-C0E01E3A61D2}" type="slidenum">
              <a:rPr lang="en-US" smtClean="0"/>
              <a:pPr/>
              <a:t>7</a:t>
            </a:fld>
            <a:endParaRPr lang="en-US"/>
          </a:p>
        </p:txBody>
      </p:sp>
    </p:spTree>
    <p:extLst>
      <p:ext uri="{BB962C8B-B14F-4D97-AF65-F5344CB8AC3E}">
        <p14:creationId xmlns:p14="http://schemas.microsoft.com/office/powerpoint/2010/main" val="1566173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4299CD-3469-7241-AD37-C0E01E3A61D2}" type="slidenum">
              <a:rPr lang="en-US" smtClean="0"/>
              <a:pPr/>
              <a:t>8</a:t>
            </a:fld>
            <a:endParaRPr lang="en-US"/>
          </a:p>
        </p:txBody>
      </p:sp>
    </p:spTree>
    <p:extLst>
      <p:ext uri="{BB962C8B-B14F-4D97-AF65-F5344CB8AC3E}">
        <p14:creationId xmlns:p14="http://schemas.microsoft.com/office/powerpoint/2010/main" val="2965914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4299CD-3469-7241-AD37-C0E01E3A61D2}" type="slidenum">
              <a:rPr lang="en-US" smtClean="0"/>
              <a:pPr/>
              <a:t>9</a:t>
            </a:fld>
            <a:endParaRPr lang="en-US"/>
          </a:p>
        </p:txBody>
      </p:sp>
    </p:spTree>
    <p:extLst>
      <p:ext uri="{BB962C8B-B14F-4D97-AF65-F5344CB8AC3E}">
        <p14:creationId xmlns:p14="http://schemas.microsoft.com/office/powerpoint/2010/main" val="39274949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4299CD-3469-7241-AD37-C0E01E3A61D2}" type="slidenum">
              <a:rPr lang="en-US" smtClean="0"/>
              <a:pPr/>
              <a:t>11</a:t>
            </a:fld>
            <a:endParaRPr lang="en-US"/>
          </a:p>
        </p:txBody>
      </p:sp>
    </p:spTree>
    <p:extLst>
      <p:ext uri="{BB962C8B-B14F-4D97-AF65-F5344CB8AC3E}">
        <p14:creationId xmlns:p14="http://schemas.microsoft.com/office/powerpoint/2010/main" val="33621713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F53FE-1AF2-FDDF-B343-C47E4F97F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F96F9-0B96-6973-6314-0C297194923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79D4279-C234-122A-DF35-B9F00A1A82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A29A49-63AC-5203-75DE-314380005E5A}"/>
              </a:ext>
            </a:extLst>
          </p:cNvPr>
          <p:cNvSpPr>
            <a:spLocks noGrp="1"/>
          </p:cNvSpPr>
          <p:nvPr>
            <p:ph type="sldNum" sz="quarter" idx="5"/>
          </p:nvPr>
        </p:nvSpPr>
        <p:spPr/>
        <p:txBody>
          <a:bodyPr/>
          <a:lstStyle/>
          <a:p>
            <a:fld id="{074299CD-3469-7241-AD37-C0E01E3A61D2}" type="slidenum">
              <a:rPr lang="en-US" smtClean="0"/>
              <a:pPr/>
              <a:t>12</a:t>
            </a:fld>
            <a:endParaRPr lang="en-US"/>
          </a:p>
        </p:txBody>
      </p:sp>
    </p:spTree>
    <p:extLst>
      <p:ext uri="{BB962C8B-B14F-4D97-AF65-F5344CB8AC3E}">
        <p14:creationId xmlns:p14="http://schemas.microsoft.com/office/powerpoint/2010/main" val="1431180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4299CD-3469-7241-AD37-C0E01E3A61D2}" type="slidenum">
              <a:rPr lang="en-US" smtClean="0"/>
              <a:pPr/>
              <a:t>13</a:t>
            </a:fld>
            <a:endParaRPr lang="en-US"/>
          </a:p>
        </p:txBody>
      </p:sp>
    </p:spTree>
    <p:extLst>
      <p:ext uri="{BB962C8B-B14F-4D97-AF65-F5344CB8AC3E}">
        <p14:creationId xmlns:p14="http://schemas.microsoft.com/office/powerpoint/2010/main" val="631838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4299CD-3469-7241-AD37-C0E01E3A61D2}" type="slidenum">
              <a:rPr lang="en-US" smtClean="0"/>
              <a:pPr/>
              <a:t>14</a:t>
            </a:fld>
            <a:endParaRPr lang="en-US"/>
          </a:p>
        </p:txBody>
      </p:sp>
    </p:spTree>
    <p:extLst>
      <p:ext uri="{BB962C8B-B14F-4D97-AF65-F5344CB8AC3E}">
        <p14:creationId xmlns:p14="http://schemas.microsoft.com/office/powerpoint/2010/main" val="28438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4299CD-3469-7241-AD37-C0E01E3A61D2}" type="slidenum">
              <a:rPr lang="en-US" smtClean="0"/>
              <a:pPr/>
              <a:t>17</a:t>
            </a:fld>
            <a:endParaRPr lang="en-US"/>
          </a:p>
        </p:txBody>
      </p:sp>
    </p:spTree>
    <p:extLst>
      <p:ext uri="{BB962C8B-B14F-4D97-AF65-F5344CB8AC3E}">
        <p14:creationId xmlns:p14="http://schemas.microsoft.com/office/powerpoint/2010/main" val="3409034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4299CD-3469-7241-AD37-C0E01E3A61D2}" type="slidenum">
              <a:rPr lang="en-US" smtClean="0"/>
              <a:pPr/>
              <a:t>18</a:t>
            </a:fld>
            <a:endParaRPr lang="en-US"/>
          </a:p>
        </p:txBody>
      </p:sp>
    </p:spTree>
    <p:extLst>
      <p:ext uri="{BB962C8B-B14F-4D97-AF65-F5344CB8AC3E}">
        <p14:creationId xmlns:p14="http://schemas.microsoft.com/office/powerpoint/2010/main" val="15193478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58726-C5D8-1633-8829-D2B73BABB1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945481-4098-8136-E0BF-BB131E2FF8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BBA564-C912-9ED9-F3FB-7F0CD86469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A55E14A-E64A-576E-4C41-3AD0040ECC95}"/>
              </a:ext>
            </a:extLst>
          </p:cNvPr>
          <p:cNvSpPr>
            <a:spLocks noGrp="1"/>
          </p:cNvSpPr>
          <p:nvPr>
            <p:ph type="sldNum" sz="quarter" idx="5"/>
          </p:nvPr>
        </p:nvSpPr>
        <p:spPr/>
        <p:txBody>
          <a:bodyPr/>
          <a:lstStyle/>
          <a:p>
            <a:fld id="{074299CD-3469-7241-AD37-C0E01E3A61D2}" type="slidenum">
              <a:rPr lang="en-US" smtClean="0"/>
              <a:pPr/>
              <a:t>20</a:t>
            </a:fld>
            <a:endParaRPr lang="en-US"/>
          </a:p>
        </p:txBody>
      </p:sp>
    </p:spTree>
    <p:extLst>
      <p:ext uri="{BB962C8B-B14F-4D97-AF65-F5344CB8AC3E}">
        <p14:creationId xmlns:p14="http://schemas.microsoft.com/office/powerpoint/2010/main" val="3157298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5FE09-5BCE-4B1A-006D-F4E7DA1D5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94A8C-1F47-9D19-C56B-DB08343257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7E4DAC-1AA0-6724-0EC5-D55388427B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C16C82-3437-2FD0-8380-21932CCA1E3A}"/>
              </a:ext>
            </a:extLst>
          </p:cNvPr>
          <p:cNvSpPr>
            <a:spLocks noGrp="1"/>
          </p:cNvSpPr>
          <p:nvPr>
            <p:ph type="sldNum" sz="quarter" idx="5"/>
          </p:nvPr>
        </p:nvSpPr>
        <p:spPr/>
        <p:txBody>
          <a:bodyPr/>
          <a:lstStyle/>
          <a:p>
            <a:fld id="{074299CD-3469-7241-AD37-C0E01E3A61D2}" type="slidenum">
              <a:rPr lang="en-US" smtClean="0"/>
              <a:pPr/>
              <a:t>21</a:t>
            </a:fld>
            <a:endParaRPr lang="en-US"/>
          </a:p>
        </p:txBody>
      </p:sp>
    </p:spTree>
    <p:extLst>
      <p:ext uri="{BB962C8B-B14F-4D97-AF65-F5344CB8AC3E}">
        <p14:creationId xmlns:p14="http://schemas.microsoft.com/office/powerpoint/2010/main" val="9262300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Green">
    <p:bg>
      <p:bgPr>
        <a:solidFill>
          <a:schemeClr val="bg2"/>
        </a:solidFill>
        <a:effectLst/>
      </p:bgPr>
    </p:bg>
    <p:spTree>
      <p:nvGrpSpPr>
        <p:cNvPr id="1" name=""/>
        <p:cNvGrpSpPr/>
        <p:nvPr/>
      </p:nvGrpSpPr>
      <p:grpSpPr>
        <a:xfrm>
          <a:off x="0" y="0"/>
          <a:ext cx="0" cy="0"/>
          <a:chOff x="0" y="0"/>
          <a:chExt cx="0" cy="0"/>
        </a:xfrm>
      </p:grpSpPr>
      <p:pic>
        <p:nvPicPr>
          <p:cNvPr id="9" name="Picture 8" descr="A blue and green gradient&#10;&#10;AI-generated content may be incorrect.">
            <a:extLst>
              <a:ext uri="{FF2B5EF4-FFF2-40B4-BE49-F238E27FC236}">
                <a16:creationId xmlns:a16="http://schemas.microsoft.com/office/drawing/2014/main" id="{0AC8F0C0-BC4D-C2F8-35BE-5EED19716318}"/>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pic>
        <p:nvPicPr>
          <p:cNvPr id="11" name="Graphic 10">
            <a:extLst>
              <a:ext uri="{FF2B5EF4-FFF2-40B4-BE49-F238E27FC236}">
                <a16:creationId xmlns:a16="http://schemas.microsoft.com/office/drawing/2014/main" id="{6A72D853-988D-AAAD-98E7-D50763120B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715374" y="5818344"/>
            <a:ext cx="3187701" cy="919772"/>
          </a:xfrm>
          <a:prstGeom prst="rect">
            <a:avLst/>
          </a:prstGeom>
        </p:spPr>
      </p:pic>
      <p:sp>
        <p:nvSpPr>
          <p:cNvPr id="2" name="Footer Placeholder 4">
            <a:extLst>
              <a:ext uri="{FF2B5EF4-FFF2-40B4-BE49-F238E27FC236}">
                <a16:creationId xmlns:a16="http://schemas.microsoft.com/office/drawing/2014/main" id="{02926F9F-7B80-A229-9C87-AA0CBA4A214B}"/>
              </a:ext>
            </a:extLst>
          </p:cNvPr>
          <p:cNvSpPr txBox="1">
            <a:spLocks/>
          </p:cNvSpPr>
          <p:nvPr userDrawn="1"/>
        </p:nvSpPr>
        <p:spPr>
          <a:xfrm>
            <a:off x="548641" y="6408532"/>
            <a:ext cx="2290669" cy="214746"/>
          </a:xfrm>
          <a:prstGeom prst="rect">
            <a:avLst/>
          </a:prstGeom>
        </p:spPr>
        <p:txBody>
          <a:bodyPr vert="horz" lIns="0" tIns="0" rIns="0" bIns="0" rtlCol="0" anchor="ctr"/>
          <a:lstStyle>
            <a:defPPr>
              <a:defRPr lang="en-US"/>
            </a:defPPr>
            <a:lvl1pPr algn="r">
              <a:defRPr sz="600"/>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l"/>
            <a:r>
              <a:rPr lang="en-US" sz="800">
                <a:solidFill>
                  <a:srgbClr val="FFFFFF">
                    <a:alpha val="50000"/>
                  </a:srgbClr>
                </a:solidFill>
              </a:rPr>
              <a:t>© 2026 ServiceNow, Inc. All Rights Reserved.</a:t>
            </a:r>
          </a:p>
        </p:txBody>
      </p:sp>
      <p:sp>
        <p:nvSpPr>
          <p:cNvPr id="6" name="Title 4">
            <a:extLst>
              <a:ext uri="{FF2B5EF4-FFF2-40B4-BE49-F238E27FC236}">
                <a16:creationId xmlns:a16="http://schemas.microsoft.com/office/drawing/2014/main" id="{FCCA1862-A1A1-DD00-41B3-A328DAE90086}"/>
              </a:ext>
            </a:extLst>
          </p:cNvPr>
          <p:cNvSpPr>
            <a:spLocks noGrp="1"/>
          </p:cNvSpPr>
          <p:nvPr>
            <p:ph type="title" hasCustomPrompt="1"/>
          </p:nvPr>
        </p:nvSpPr>
        <p:spPr>
          <a:xfrm>
            <a:off x="548641" y="547688"/>
            <a:ext cx="11089323" cy="3589909"/>
          </a:xfrm>
        </p:spPr>
        <p:txBody>
          <a:bodyPr anchor="b"/>
          <a:lstStyle>
            <a:lvl1pPr>
              <a:lnSpc>
                <a:spcPct val="85000"/>
              </a:lnSpc>
              <a:defRPr sz="7200" b="1" i="0">
                <a:solidFill>
                  <a:schemeClr val="bg1"/>
                </a:solidFill>
                <a:latin typeface="ServiceNow Sans Display Bold" panose="020B0804040101010104" pitchFamily="34" charset="0"/>
              </a:defRPr>
            </a:lvl1pPr>
          </a:lstStyle>
          <a:p>
            <a:r>
              <a:rPr lang="en-US"/>
              <a:t>Click to edit style</a:t>
            </a:r>
          </a:p>
        </p:txBody>
      </p:sp>
      <p:sp>
        <p:nvSpPr>
          <p:cNvPr id="7" name="Text Placeholder 49">
            <a:extLst>
              <a:ext uri="{FF2B5EF4-FFF2-40B4-BE49-F238E27FC236}">
                <a16:creationId xmlns:a16="http://schemas.microsoft.com/office/drawing/2014/main" id="{4708FDFD-8AC9-A2DF-1000-39DFE0E90530}"/>
              </a:ext>
            </a:extLst>
          </p:cNvPr>
          <p:cNvSpPr>
            <a:spLocks noGrp="1"/>
          </p:cNvSpPr>
          <p:nvPr>
            <p:ph type="body" sz="quarter" idx="10"/>
          </p:nvPr>
        </p:nvSpPr>
        <p:spPr>
          <a:xfrm>
            <a:off x="548641" y="4139184"/>
            <a:ext cx="6387148" cy="890577"/>
          </a:xfrm>
          <a:prstGeom prst="rect">
            <a:avLst/>
          </a:prstGeom>
        </p:spPr>
        <p:txBody>
          <a:bodyPr lIns="0" tIns="0" rIns="0" bIns="0" anchor="b">
            <a:noAutofit/>
          </a:bodyPr>
          <a:lstStyle>
            <a:lvl1pPr marL="0" indent="0">
              <a:lnSpc>
                <a:spcPct val="90000"/>
              </a:lnSpc>
              <a:spcBef>
                <a:spcPts val="0"/>
              </a:spcBef>
              <a:spcAft>
                <a:spcPts val="200"/>
              </a:spcAft>
              <a:buFontTx/>
              <a:buNone/>
              <a:defRPr sz="2000" b="0" i="0" spc="0" baseline="0">
                <a:solidFill>
                  <a:schemeClr val="bg1"/>
                </a:solidFill>
                <a:latin typeface="ServiceNow Sans Medium" panose="020B0704040101010104" pitchFamily="34" charset="0"/>
                <a:cs typeface="ServiceNow Sans Medium" panose="020B0704040101010104" pitchFamily="34" charset="0"/>
              </a:defRPr>
            </a:lvl1pPr>
            <a:lvl2pPr marL="457200" indent="0">
              <a:buFontTx/>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a:t>
            </a:r>
          </a:p>
        </p:txBody>
      </p:sp>
      <p:sp>
        <p:nvSpPr>
          <p:cNvPr id="8" name="Text Placeholder 51">
            <a:extLst>
              <a:ext uri="{FF2B5EF4-FFF2-40B4-BE49-F238E27FC236}">
                <a16:creationId xmlns:a16="http://schemas.microsoft.com/office/drawing/2014/main" id="{6495CAC7-B999-B5D9-D1D3-D0EF47E8C9E5}"/>
              </a:ext>
            </a:extLst>
          </p:cNvPr>
          <p:cNvSpPr>
            <a:spLocks noGrp="1"/>
          </p:cNvSpPr>
          <p:nvPr>
            <p:ph type="body" sz="quarter" idx="11"/>
          </p:nvPr>
        </p:nvSpPr>
        <p:spPr>
          <a:xfrm>
            <a:off x="548641" y="5133960"/>
            <a:ext cx="6387148" cy="514507"/>
          </a:xfrm>
          <a:prstGeom prst="rect">
            <a:avLst/>
          </a:prstGeom>
        </p:spPr>
        <p:txBody>
          <a:bodyPr lIns="0" tIns="0" rIns="0" bIns="0" anchor="t" anchorCtr="0">
            <a:noAutofit/>
          </a:bodyPr>
          <a:lstStyle>
            <a:lvl1pPr marL="0" indent="0">
              <a:lnSpc>
                <a:spcPct val="100000"/>
              </a:lnSpc>
              <a:spcBef>
                <a:spcPts val="0"/>
              </a:spcBef>
              <a:spcAft>
                <a:spcPts val="200"/>
              </a:spcAft>
              <a:buFontTx/>
              <a:buNone/>
              <a:defRPr sz="1600" b="0" i="0" spc="0" baseline="0">
                <a:solidFill>
                  <a:schemeClr val="bg1"/>
                </a:solidFill>
                <a:latin typeface="+mn-lt"/>
                <a:cs typeface="ServiceNow Sans Light" panose="020B0404040101010104" pitchFamily="34" charset="77"/>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a:t>Click to edit</a:t>
            </a:r>
          </a:p>
        </p:txBody>
      </p:sp>
    </p:spTree>
    <p:extLst>
      <p:ext uri="{BB962C8B-B14F-4D97-AF65-F5344CB8AC3E}">
        <p14:creationId xmlns:p14="http://schemas.microsoft.com/office/powerpoint/2010/main" val="423143017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Blue">
    <p:bg>
      <p:bgPr>
        <a:solidFill>
          <a:schemeClr val="bg2"/>
        </a:solidFill>
        <a:effectLst/>
      </p:bgPr>
    </p:bg>
    <p:spTree>
      <p:nvGrpSpPr>
        <p:cNvPr id="1" name=""/>
        <p:cNvGrpSpPr/>
        <p:nvPr/>
      </p:nvGrpSpPr>
      <p:grpSpPr>
        <a:xfrm>
          <a:off x="0" y="0"/>
          <a:ext cx="0" cy="0"/>
          <a:chOff x="0" y="0"/>
          <a:chExt cx="0" cy="0"/>
        </a:xfrm>
      </p:grpSpPr>
      <p:pic>
        <p:nvPicPr>
          <p:cNvPr id="10" name="Picture 9" descr="A blue and white background&#10;&#10;AI-generated content may be incorrect.">
            <a:extLst>
              <a:ext uri="{FF2B5EF4-FFF2-40B4-BE49-F238E27FC236}">
                <a16:creationId xmlns:a16="http://schemas.microsoft.com/office/drawing/2014/main" id="{15ECAD2C-127C-9BE4-04CA-7DC8FE568E01}"/>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pic>
        <p:nvPicPr>
          <p:cNvPr id="9" name="Graphic 8">
            <a:extLst>
              <a:ext uri="{FF2B5EF4-FFF2-40B4-BE49-F238E27FC236}">
                <a16:creationId xmlns:a16="http://schemas.microsoft.com/office/drawing/2014/main" id="{D9061EC3-116F-BD6A-4028-131C8D5809F5}"/>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715374" y="5818344"/>
            <a:ext cx="3187701" cy="919772"/>
          </a:xfrm>
          <a:prstGeom prst="rect">
            <a:avLst/>
          </a:prstGeom>
        </p:spPr>
      </p:pic>
      <p:sp>
        <p:nvSpPr>
          <p:cNvPr id="2" name="Footer Placeholder 4">
            <a:extLst>
              <a:ext uri="{FF2B5EF4-FFF2-40B4-BE49-F238E27FC236}">
                <a16:creationId xmlns:a16="http://schemas.microsoft.com/office/drawing/2014/main" id="{02926F9F-7B80-A229-9C87-AA0CBA4A214B}"/>
              </a:ext>
            </a:extLst>
          </p:cNvPr>
          <p:cNvSpPr txBox="1">
            <a:spLocks/>
          </p:cNvSpPr>
          <p:nvPr userDrawn="1"/>
        </p:nvSpPr>
        <p:spPr>
          <a:xfrm>
            <a:off x="548641" y="6408532"/>
            <a:ext cx="2290669" cy="214746"/>
          </a:xfrm>
          <a:prstGeom prst="rect">
            <a:avLst/>
          </a:prstGeom>
        </p:spPr>
        <p:txBody>
          <a:bodyPr vert="horz" lIns="0" tIns="0" rIns="0" bIns="0" rtlCol="0" anchor="ctr"/>
          <a:lstStyle>
            <a:defPPr>
              <a:defRPr lang="en-US"/>
            </a:defPPr>
            <a:lvl1pPr algn="r">
              <a:defRPr sz="600"/>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l"/>
            <a:r>
              <a:rPr lang="en-US" sz="800">
                <a:solidFill>
                  <a:srgbClr val="FFFFFF">
                    <a:alpha val="50000"/>
                  </a:srgbClr>
                </a:solidFill>
              </a:rPr>
              <a:t>© 2026 ServiceNow, Inc. All Rights Reserved.</a:t>
            </a:r>
          </a:p>
        </p:txBody>
      </p:sp>
      <p:sp>
        <p:nvSpPr>
          <p:cNvPr id="3" name="Title 4">
            <a:extLst>
              <a:ext uri="{FF2B5EF4-FFF2-40B4-BE49-F238E27FC236}">
                <a16:creationId xmlns:a16="http://schemas.microsoft.com/office/drawing/2014/main" id="{C5BA791C-2748-8CEE-9674-5EA1C237725B}"/>
              </a:ext>
            </a:extLst>
          </p:cNvPr>
          <p:cNvSpPr>
            <a:spLocks noGrp="1"/>
          </p:cNvSpPr>
          <p:nvPr>
            <p:ph type="title" hasCustomPrompt="1"/>
          </p:nvPr>
        </p:nvSpPr>
        <p:spPr>
          <a:xfrm>
            <a:off x="548641" y="547688"/>
            <a:ext cx="11089323" cy="3589909"/>
          </a:xfrm>
        </p:spPr>
        <p:txBody>
          <a:bodyPr anchor="b"/>
          <a:lstStyle>
            <a:lvl1pPr>
              <a:lnSpc>
                <a:spcPct val="85000"/>
              </a:lnSpc>
              <a:defRPr sz="7200" b="1" i="0">
                <a:solidFill>
                  <a:schemeClr val="bg1"/>
                </a:solidFill>
                <a:latin typeface="ServiceNow Sans Display Bold" panose="020B0804040101010104" pitchFamily="34" charset="0"/>
              </a:defRPr>
            </a:lvl1pPr>
          </a:lstStyle>
          <a:p>
            <a:r>
              <a:rPr lang="en-US"/>
              <a:t>Click to edit style</a:t>
            </a:r>
          </a:p>
        </p:txBody>
      </p:sp>
      <p:sp>
        <p:nvSpPr>
          <p:cNvPr id="4" name="Text Placeholder 49">
            <a:extLst>
              <a:ext uri="{FF2B5EF4-FFF2-40B4-BE49-F238E27FC236}">
                <a16:creationId xmlns:a16="http://schemas.microsoft.com/office/drawing/2014/main" id="{F9596F73-FF6C-9658-E81B-E6DF210548B4}"/>
              </a:ext>
            </a:extLst>
          </p:cNvPr>
          <p:cNvSpPr>
            <a:spLocks noGrp="1"/>
          </p:cNvSpPr>
          <p:nvPr>
            <p:ph type="body" sz="quarter" idx="10"/>
          </p:nvPr>
        </p:nvSpPr>
        <p:spPr>
          <a:xfrm>
            <a:off x="548641" y="4139184"/>
            <a:ext cx="6387148" cy="890577"/>
          </a:xfrm>
          <a:prstGeom prst="rect">
            <a:avLst/>
          </a:prstGeom>
        </p:spPr>
        <p:txBody>
          <a:bodyPr lIns="0" tIns="0" rIns="0" bIns="0" anchor="b">
            <a:noAutofit/>
          </a:bodyPr>
          <a:lstStyle>
            <a:lvl1pPr marL="0" indent="0">
              <a:lnSpc>
                <a:spcPct val="90000"/>
              </a:lnSpc>
              <a:spcBef>
                <a:spcPts val="0"/>
              </a:spcBef>
              <a:spcAft>
                <a:spcPts val="200"/>
              </a:spcAft>
              <a:buFontTx/>
              <a:buNone/>
              <a:defRPr sz="2000" b="0" i="0" spc="0" baseline="0">
                <a:solidFill>
                  <a:schemeClr val="bg1"/>
                </a:solidFill>
                <a:latin typeface="ServiceNow Sans Medium" panose="020B0704040101010104" pitchFamily="34" charset="0"/>
                <a:cs typeface="ServiceNow Sans Medium" panose="020B0704040101010104" pitchFamily="34" charset="0"/>
              </a:defRPr>
            </a:lvl1pPr>
            <a:lvl2pPr marL="457200" indent="0">
              <a:buFontTx/>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a:t>
            </a:r>
          </a:p>
        </p:txBody>
      </p:sp>
      <p:sp>
        <p:nvSpPr>
          <p:cNvPr id="5" name="Text Placeholder 51">
            <a:extLst>
              <a:ext uri="{FF2B5EF4-FFF2-40B4-BE49-F238E27FC236}">
                <a16:creationId xmlns:a16="http://schemas.microsoft.com/office/drawing/2014/main" id="{A96513D8-24C5-5D8B-00A4-D7582B868EC0}"/>
              </a:ext>
            </a:extLst>
          </p:cNvPr>
          <p:cNvSpPr>
            <a:spLocks noGrp="1"/>
          </p:cNvSpPr>
          <p:nvPr>
            <p:ph type="body" sz="quarter" idx="11"/>
          </p:nvPr>
        </p:nvSpPr>
        <p:spPr>
          <a:xfrm>
            <a:off x="548641" y="5133960"/>
            <a:ext cx="6387148" cy="514507"/>
          </a:xfrm>
          <a:prstGeom prst="rect">
            <a:avLst/>
          </a:prstGeom>
        </p:spPr>
        <p:txBody>
          <a:bodyPr lIns="0" tIns="0" rIns="0" bIns="0" anchor="t" anchorCtr="0">
            <a:noAutofit/>
          </a:bodyPr>
          <a:lstStyle>
            <a:lvl1pPr marL="0" indent="0">
              <a:lnSpc>
                <a:spcPct val="100000"/>
              </a:lnSpc>
              <a:spcBef>
                <a:spcPts val="0"/>
              </a:spcBef>
              <a:spcAft>
                <a:spcPts val="200"/>
              </a:spcAft>
              <a:buFontTx/>
              <a:buNone/>
              <a:defRPr sz="1600" b="0" i="0" spc="0" baseline="0">
                <a:solidFill>
                  <a:schemeClr val="bg1"/>
                </a:solidFill>
                <a:latin typeface="+mn-lt"/>
                <a:cs typeface="ServiceNow Sans Light" panose="020B0404040101010104" pitchFamily="34" charset="77"/>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a:t>Click to edit</a:t>
            </a:r>
          </a:p>
        </p:txBody>
      </p:sp>
    </p:spTree>
    <p:extLst>
      <p:ext uri="{BB962C8B-B14F-4D97-AF65-F5344CB8AC3E}">
        <p14:creationId xmlns:p14="http://schemas.microsoft.com/office/powerpoint/2010/main" val="50711046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Indigo">
    <p:bg>
      <p:bgPr>
        <a:solidFill>
          <a:schemeClr val="bg2"/>
        </a:solidFill>
        <a:effectLst/>
      </p:bgPr>
    </p:bg>
    <p:spTree>
      <p:nvGrpSpPr>
        <p:cNvPr id="1" name=""/>
        <p:cNvGrpSpPr/>
        <p:nvPr/>
      </p:nvGrpSpPr>
      <p:grpSpPr>
        <a:xfrm>
          <a:off x="0" y="0"/>
          <a:ext cx="0" cy="0"/>
          <a:chOff x="0" y="0"/>
          <a:chExt cx="0" cy="0"/>
        </a:xfrm>
      </p:grpSpPr>
      <p:pic>
        <p:nvPicPr>
          <p:cNvPr id="4" name="Picture 3" descr="A blue and purple background&#10;&#10;AI-generated content may be incorrect.">
            <a:extLst>
              <a:ext uri="{FF2B5EF4-FFF2-40B4-BE49-F238E27FC236}">
                <a16:creationId xmlns:a16="http://schemas.microsoft.com/office/drawing/2014/main" id="{A433C7BF-77FA-11E0-388C-9604D8530F44}"/>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pic>
        <p:nvPicPr>
          <p:cNvPr id="12" name="Graphic 11">
            <a:extLst>
              <a:ext uri="{FF2B5EF4-FFF2-40B4-BE49-F238E27FC236}">
                <a16:creationId xmlns:a16="http://schemas.microsoft.com/office/drawing/2014/main" id="{01902FD6-097B-71EB-E01C-6758DBD1DF5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715374" y="5818344"/>
            <a:ext cx="3187701" cy="919772"/>
          </a:xfrm>
          <a:prstGeom prst="rect">
            <a:avLst/>
          </a:prstGeom>
        </p:spPr>
      </p:pic>
      <p:sp>
        <p:nvSpPr>
          <p:cNvPr id="2" name="Footer Placeholder 4">
            <a:extLst>
              <a:ext uri="{FF2B5EF4-FFF2-40B4-BE49-F238E27FC236}">
                <a16:creationId xmlns:a16="http://schemas.microsoft.com/office/drawing/2014/main" id="{02926F9F-7B80-A229-9C87-AA0CBA4A214B}"/>
              </a:ext>
            </a:extLst>
          </p:cNvPr>
          <p:cNvSpPr txBox="1">
            <a:spLocks/>
          </p:cNvSpPr>
          <p:nvPr userDrawn="1"/>
        </p:nvSpPr>
        <p:spPr>
          <a:xfrm>
            <a:off x="548641" y="6408532"/>
            <a:ext cx="2290669" cy="214746"/>
          </a:xfrm>
          <a:prstGeom prst="rect">
            <a:avLst/>
          </a:prstGeom>
        </p:spPr>
        <p:txBody>
          <a:bodyPr vert="horz" lIns="0" tIns="0" rIns="0" bIns="0" rtlCol="0" anchor="ctr"/>
          <a:lstStyle>
            <a:defPPr>
              <a:defRPr lang="en-US"/>
            </a:defPPr>
            <a:lvl1pPr algn="r">
              <a:defRPr sz="600"/>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l"/>
            <a:r>
              <a:rPr lang="en-US" sz="800">
                <a:solidFill>
                  <a:srgbClr val="FFFFFF">
                    <a:alpha val="50000"/>
                  </a:srgbClr>
                </a:solidFill>
              </a:rPr>
              <a:t>© 2026 ServiceNow, Inc. All Rights Reserved.</a:t>
            </a:r>
          </a:p>
        </p:txBody>
      </p:sp>
      <p:sp>
        <p:nvSpPr>
          <p:cNvPr id="7" name="Title 4">
            <a:extLst>
              <a:ext uri="{FF2B5EF4-FFF2-40B4-BE49-F238E27FC236}">
                <a16:creationId xmlns:a16="http://schemas.microsoft.com/office/drawing/2014/main" id="{962F1E25-5FDF-9409-BF54-740F49D5A5CD}"/>
              </a:ext>
            </a:extLst>
          </p:cNvPr>
          <p:cNvSpPr>
            <a:spLocks noGrp="1"/>
          </p:cNvSpPr>
          <p:nvPr>
            <p:ph type="title" hasCustomPrompt="1"/>
          </p:nvPr>
        </p:nvSpPr>
        <p:spPr>
          <a:xfrm>
            <a:off x="548641" y="547688"/>
            <a:ext cx="11089323" cy="3589909"/>
          </a:xfrm>
        </p:spPr>
        <p:txBody>
          <a:bodyPr anchor="b"/>
          <a:lstStyle>
            <a:lvl1pPr>
              <a:lnSpc>
                <a:spcPct val="85000"/>
              </a:lnSpc>
              <a:defRPr sz="7200" b="1" i="0">
                <a:solidFill>
                  <a:schemeClr val="bg1"/>
                </a:solidFill>
                <a:latin typeface="ServiceNow Sans Display Bold" panose="020B0804040101010104" pitchFamily="34" charset="0"/>
              </a:defRPr>
            </a:lvl1pPr>
          </a:lstStyle>
          <a:p>
            <a:r>
              <a:rPr lang="en-US"/>
              <a:t>Click to edit style</a:t>
            </a:r>
          </a:p>
        </p:txBody>
      </p:sp>
      <p:sp>
        <p:nvSpPr>
          <p:cNvPr id="8" name="Text Placeholder 49">
            <a:extLst>
              <a:ext uri="{FF2B5EF4-FFF2-40B4-BE49-F238E27FC236}">
                <a16:creationId xmlns:a16="http://schemas.microsoft.com/office/drawing/2014/main" id="{CDEC03F9-1328-3A1C-5391-FDDF5140C68E}"/>
              </a:ext>
            </a:extLst>
          </p:cNvPr>
          <p:cNvSpPr>
            <a:spLocks noGrp="1"/>
          </p:cNvSpPr>
          <p:nvPr>
            <p:ph type="body" sz="quarter" idx="10"/>
          </p:nvPr>
        </p:nvSpPr>
        <p:spPr>
          <a:xfrm>
            <a:off x="548641" y="4139184"/>
            <a:ext cx="6387148" cy="890577"/>
          </a:xfrm>
          <a:prstGeom prst="rect">
            <a:avLst/>
          </a:prstGeom>
        </p:spPr>
        <p:txBody>
          <a:bodyPr lIns="0" tIns="0" rIns="0" bIns="0" anchor="b">
            <a:noAutofit/>
          </a:bodyPr>
          <a:lstStyle>
            <a:lvl1pPr marL="0" indent="0">
              <a:lnSpc>
                <a:spcPct val="90000"/>
              </a:lnSpc>
              <a:spcBef>
                <a:spcPts val="0"/>
              </a:spcBef>
              <a:spcAft>
                <a:spcPts val="200"/>
              </a:spcAft>
              <a:buFontTx/>
              <a:buNone/>
              <a:defRPr sz="2000" b="0" i="0" spc="0" baseline="0">
                <a:solidFill>
                  <a:schemeClr val="bg1"/>
                </a:solidFill>
                <a:latin typeface="ServiceNow Sans Medium" panose="020B0704040101010104" pitchFamily="34" charset="0"/>
                <a:cs typeface="ServiceNow Sans Medium" panose="020B0704040101010104" pitchFamily="34" charset="0"/>
              </a:defRPr>
            </a:lvl1pPr>
            <a:lvl2pPr marL="457200" indent="0">
              <a:buFontTx/>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a:t>
            </a:r>
          </a:p>
        </p:txBody>
      </p:sp>
      <p:sp>
        <p:nvSpPr>
          <p:cNvPr id="9" name="Text Placeholder 51">
            <a:extLst>
              <a:ext uri="{FF2B5EF4-FFF2-40B4-BE49-F238E27FC236}">
                <a16:creationId xmlns:a16="http://schemas.microsoft.com/office/drawing/2014/main" id="{5D4F5DDD-72C3-AEFB-7664-ABF7B0B8118C}"/>
              </a:ext>
            </a:extLst>
          </p:cNvPr>
          <p:cNvSpPr>
            <a:spLocks noGrp="1"/>
          </p:cNvSpPr>
          <p:nvPr>
            <p:ph type="body" sz="quarter" idx="11"/>
          </p:nvPr>
        </p:nvSpPr>
        <p:spPr>
          <a:xfrm>
            <a:off x="548641" y="5133960"/>
            <a:ext cx="6387148" cy="514507"/>
          </a:xfrm>
          <a:prstGeom prst="rect">
            <a:avLst/>
          </a:prstGeom>
        </p:spPr>
        <p:txBody>
          <a:bodyPr lIns="0" tIns="0" rIns="0" bIns="0" anchor="t" anchorCtr="0">
            <a:noAutofit/>
          </a:bodyPr>
          <a:lstStyle>
            <a:lvl1pPr marL="0" indent="0">
              <a:lnSpc>
                <a:spcPct val="100000"/>
              </a:lnSpc>
              <a:spcBef>
                <a:spcPts val="0"/>
              </a:spcBef>
              <a:spcAft>
                <a:spcPts val="200"/>
              </a:spcAft>
              <a:buFontTx/>
              <a:buNone/>
              <a:defRPr sz="1600" b="0" i="0" spc="0" baseline="0">
                <a:solidFill>
                  <a:schemeClr val="bg1"/>
                </a:solidFill>
                <a:latin typeface="+mn-lt"/>
                <a:cs typeface="ServiceNow Sans Light" panose="020B0404040101010104" pitchFamily="34" charset="77"/>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a:t>Click to edit</a:t>
            </a:r>
          </a:p>
        </p:txBody>
      </p:sp>
    </p:spTree>
    <p:extLst>
      <p:ext uri="{BB962C8B-B14F-4D97-AF65-F5344CB8AC3E}">
        <p14:creationId xmlns:p14="http://schemas.microsoft.com/office/powerpoint/2010/main" val="315681513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Multiple Speakers">
    <p:bg>
      <p:bgPr>
        <a:solidFill>
          <a:schemeClr val="bg2"/>
        </a:solidFill>
        <a:effectLst/>
      </p:bgPr>
    </p:bg>
    <p:spTree>
      <p:nvGrpSpPr>
        <p:cNvPr id="1" name=""/>
        <p:cNvGrpSpPr/>
        <p:nvPr/>
      </p:nvGrpSpPr>
      <p:grpSpPr>
        <a:xfrm>
          <a:off x="0" y="0"/>
          <a:ext cx="0" cy="0"/>
          <a:chOff x="0" y="0"/>
          <a:chExt cx="0" cy="0"/>
        </a:xfrm>
      </p:grpSpPr>
      <p:pic>
        <p:nvPicPr>
          <p:cNvPr id="2" name="Picture 1" descr="A blue and green gradient&#10;&#10;AI-generated content may be incorrect.">
            <a:extLst>
              <a:ext uri="{FF2B5EF4-FFF2-40B4-BE49-F238E27FC236}">
                <a16:creationId xmlns:a16="http://schemas.microsoft.com/office/drawing/2014/main" id="{D84271F7-2D00-481D-6415-4D6F4742977C}"/>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5" name="Title 47">
            <a:extLst>
              <a:ext uri="{FF2B5EF4-FFF2-40B4-BE49-F238E27FC236}">
                <a16:creationId xmlns:a16="http://schemas.microsoft.com/office/drawing/2014/main" id="{8FCF1860-B9F7-E3CA-DB6A-C17120F89E5E}"/>
              </a:ext>
            </a:extLst>
          </p:cNvPr>
          <p:cNvSpPr>
            <a:spLocks noGrp="1"/>
          </p:cNvSpPr>
          <p:nvPr>
            <p:ph type="title"/>
          </p:nvPr>
        </p:nvSpPr>
        <p:spPr>
          <a:xfrm>
            <a:off x="548639" y="549275"/>
            <a:ext cx="11082338" cy="3589250"/>
          </a:xfrm>
          <a:prstGeom prst="rect">
            <a:avLst/>
          </a:prstGeom>
        </p:spPr>
        <p:txBody>
          <a:bodyPr lIns="0" tIns="0" rIns="0" bIns="0" anchor="b">
            <a:noAutofit/>
          </a:bodyPr>
          <a:lstStyle>
            <a:lvl1pPr>
              <a:lnSpc>
                <a:spcPct val="85000"/>
              </a:lnSpc>
              <a:defRPr kumimoji="0" lang="en-US" sz="7200" b="0" i="0" u="none" strike="noStrike" cap="none" spc="0" normalizeH="0" baseline="0" dirty="0">
                <a:ln>
                  <a:noFill/>
                </a:ln>
                <a:solidFill>
                  <a:schemeClr val="bg1"/>
                </a:solidFill>
                <a:effectLst/>
                <a:uLnTx/>
                <a:uFillTx/>
                <a:latin typeface="ServiceNow Sans Display Bold" panose="020B0804040101010104" pitchFamily="34" charset="0"/>
                <a:ea typeface="+mj-ea"/>
                <a:cs typeface="ServiceNow Sans Display Bold" panose="020B0804040101010104" pitchFamily="34" charset="0"/>
              </a:defRPr>
            </a:lvl1pPr>
          </a:lstStyle>
          <a:p>
            <a:endParaRPr lang="en-US"/>
          </a:p>
        </p:txBody>
      </p:sp>
      <p:sp>
        <p:nvSpPr>
          <p:cNvPr id="6" name="Text Placeholder 49">
            <a:extLst>
              <a:ext uri="{FF2B5EF4-FFF2-40B4-BE49-F238E27FC236}">
                <a16:creationId xmlns:a16="http://schemas.microsoft.com/office/drawing/2014/main" id="{3C748A1F-E10D-AA97-3D8F-F303014E7E4E}"/>
              </a:ext>
            </a:extLst>
          </p:cNvPr>
          <p:cNvSpPr>
            <a:spLocks noGrp="1"/>
          </p:cNvSpPr>
          <p:nvPr>
            <p:ph type="body" sz="quarter" idx="10"/>
          </p:nvPr>
        </p:nvSpPr>
        <p:spPr>
          <a:xfrm>
            <a:off x="548639" y="4139184"/>
            <a:ext cx="2632711" cy="890577"/>
          </a:xfrm>
          <a:prstGeom prst="rect">
            <a:avLst/>
          </a:prstGeom>
        </p:spPr>
        <p:txBody>
          <a:bodyPr lIns="0" tIns="0" rIns="0" bIns="0" anchor="b">
            <a:noAutofit/>
          </a:bodyPr>
          <a:lstStyle>
            <a:lvl1pPr marL="0" indent="0">
              <a:lnSpc>
                <a:spcPct val="90000"/>
              </a:lnSpc>
              <a:spcBef>
                <a:spcPts val="0"/>
              </a:spcBef>
              <a:spcAft>
                <a:spcPts val="200"/>
              </a:spcAft>
              <a:buFontTx/>
              <a:buNone/>
              <a:defRPr sz="2000" b="0" i="0" spc="0" baseline="0">
                <a:solidFill>
                  <a:schemeClr val="bg1"/>
                </a:solidFill>
                <a:latin typeface="ServiceNow Sans Medium" panose="020B0704040101010104" pitchFamily="34" charset="0"/>
                <a:cs typeface="ServiceNow Sans Medium" panose="020B0704040101010104" pitchFamily="34" charset="0"/>
              </a:defRPr>
            </a:lvl1pPr>
            <a:lvl2pPr marL="457200" indent="0">
              <a:buFontTx/>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endParaRPr lang="en-US"/>
          </a:p>
        </p:txBody>
      </p:sp>
      <p:sp>
        <p:nvSpPr>
          <p:cNvPr id="7" name="Text Placeholder 51">
            <a:extLst>
              <a:ext uri="{FF2B5EF4-FFF2-40B4-BE49-F238E27FC236}">
                <a16:creationId xmlns:a16="http://schemas.microsoft.com/office/drawing/2014/main" id="{913A0458-9CE6-1390-A369-CB980570EAE5}"/>
              </a:ext>
            </a:extLst>
          </p:cNvPr>
          <p:cNvSpPr>
            <a:spLocks noGrp="1"/>
          </p:cNvSpPr>
          <p:nvPr>
            <p:ph type="body" sz="quarter" idx="11"/>
          </p:nvPr>
        </p:nvSpPr>
        <p:spPr>
          <a:xfrm>
            <a:off x="548639" y="5133960"/>
            <a:ext cx="2632711" cy="514507"/>
          </a:xfrm>
          <a:prstGeom prst="rect">
            <a:avLst/>
          </a:prstGeom>
        </p:spPr>
        <p:txBody>
          <a:bodyPr lIns="0" tIns="0" rIns="0" bIns="0" anchor="t" anchorCtr="0">
            <a:noAutofit/>
          </a:bodyPr>
          <a:lstStyle>
            <a:lvl1pPr marL="0" indent="0">
              <a:lnSpc>
                <a:spcPct val="100000"/>
              </a:lnSpc>
              <a:spcBef>
                <a:spcPts val="0"/>
              </a:spcBef>
              <a:spcAft>
                <a:spcPts val="200"/>
              </a:spcAft>
              <a:buFontTx/>
              <a:buNone/>
              <a:defRPr sz="1600" b="0" i="0" spc="0" baseline="0">
                <a:solidFill>
                  <a:schemeClr val="bg1"/>
                </a:solidFill>
                <a:latin typeface="ServiceNow Sans Light" panose="020B0404040101010104" pitchFamily="34" charset="77"/>
                <a:cs typeface="ServiceNow Sans Light" panose="020B0404040101010104" pitchFamily="34" charset="77"/>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endParaRPr lang="en-US"/>
          </a:p>
        </p:txBody>
      </p:sp>
      <p:sp>
        <p:nvSpPr>
          <p:cNvPr id="8" name="Text Placeholder 49">
            <a:extLst>
              <a:ext uri="{FF2B5EF4-FFF2-40B4-BE49-F238E27FC236}">
                <a16:creationId xmlns:a16="http://schemas.microsoft.com/office/drawing/2014/main" id="{0302B359-8787-999D-71BE-1911CECC600B}"/>
              </a:ext>
            </a:extLst>
          </p:cNvPr>
          <p:cNvSpPr>
            <a:spLocks noGrp="1"/>
          </p:cNvSpPr>
          <p:nvPr>
            <p:ph type="body" sz="quarter" idx="12"/>
          </p:nvPr>
        </p:nvSpPr>
        <p:spPr>
          <a:xfrm>
            <a:off x="3367089" y="4139184"/>
            <a:ext cx="2641600" cy="890577"/>
          </a:xfrm>
          <a:prstGeom prst="rect">
            <a:avLst/>
          </a:prstGeom>
        </p:spPr>
        <p:txBody>
          <a:bodyPr lIns="0" tIns="0" rIns="0" bIns="0" anchor="b">
            <a:noAutofit/>
          </a:bodyPr>
          <a:lstStyle>
            <a:lvl1pPr marL="0" indent="0">
              <a:lnSpc>
                <a:spcPct val="90000"/>
              </a:lnSpc>
              <a:spcBef>
                <a:spcPts val="0"/>
              </a:spcBef>
              <a:spcAft>
                <a:spcPts val="200"/>
              </a:spcAft>
              <a:buFontTx/>
              <a:buNone/>
              <a:defRPr sz="2000" b="0" i="0" spc="0" baseline="0">
                <a:solidFill>
                  <a:schemeClr val="bg1"/>
                </a:solidFill>
                <a:latin typeface="ServiceNow Sans Medium" panose="020B0704040101010104" pitchFamily="34" charset="0"/>
                <a:cs typeface="ServiceNow Sans Medium" panose="020B0704040101010104" pitchFamily="34" charset="0"/>
              </a:defRPr>
            </a:lvl1pPr>
            <a:lvl2pPr marL="457200" indent="0">
              <a:buFontTx/>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endParaRPr lang="en-US"/>
          </a:p>
        </p:txBody>
      </p:sp>
      <p:sp>
        <p:nvSpPr>
          <p:cNvPr id="9" name="Text Placeholder 51">
            <a:extLst>
              <a:ext uri="{FF2B5EF4-FFF2-40B4-BE49-F238E27FC236}">
                <a16:creationId xmlns:a16="http://schemas.microsoft.com/office/drawing/2014/main" id="{F60D827C-8804-06EA-284F-7F621E9C7FB5}"/>
              </a:ext>
            </a:extLst>
          </p:cNvPr>
          <p:cNvSpPr>
            <a:spLocks noGrp="1"/>
          </p:cNvSpPr>
          <p:nvPr>
            <p:ph type="body" sz="quarter" idx="13"/>
          </p:nvPr>
        </p:nvSpPr>
        <p:spPr>
          <a:xfrm>
            <a:off x="3367089" y="5133960"/>
            <a:ext cx="2641600" cy="514507"/>
          </a:xfrm>
          <a:prstGeom prst="rect">
            <a:avLst/>
          </a:prstGeom>
        </p:spPr>
        <p:txBody>
          <a:bodyPr lIns="0" tIns="0" rIns="0" bIns="0" anchor="t" anchorCtr="0">
            <a:noAutofit/>
          </a:bodyPr>
          <a:lstStyle>
            <a:lvl1pPr marL="0" indent="0">
              <a:lnSpc>
                <a:spcPct val="100000"/>
              </a:lnSpc>
              <a:spcBef>
                <a:spcPts val="0"/>
              </a:spcBef>
              <a:spcAft>
                <a:spcPts val="200"/>
              </a:spcAft>
              <a:buFontTx/>
              <a:buNone/>
              <a:defRPr sz="1600" b="0" i="0" spc="0" baseline="0">
                <a:solidFill>
                  <a:schemeClr val="bg1"/>
                </a:solidFill>
                <a:latin typeface="ServiceNow Sans Light" panose="020B0404040101010104" pitchFamily="34" charset="77"/>
                <a:cs typeface="ServiceNow Sans Light" panose="020B0404040101010104" pitchFamily="34" charset="77"/>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endParaRPr lang="en-US"/>
          </a:p>
        </p:txBody>
      </p:sp>
      <p:sp>
        <p:nvSpPr>
          <p:cNvPr id="10" name="Text Placeholder 49">
            <a:extLst>
              <a:ext uri="{FF2B5EF4-FFF2-40B4-BE49-F238E27FC236}">
                <a16:creationId xmlns:a16="http://schemas.microsoft.com/office/drawing/2014/main" id="{93CCF4C6-4B3F-8BB2-4013-62E09129EBA8}"/>
              </a:ext>
            </a:extLst>
          </p:cNvPr>
          <p:cNvSpPr>
            <a:spLocks noGrp="1"/>
          </p:cNvSpPr>
          <p:nvPr>
            <p:ph type="body" sz="quarter" idx="14"/>
          </p:nvPr>
        </p:nvSpPr>
        <p:spPr>
          <a:xfrm>
            <a:off x="6188075" y="4139184"/>
            <a:ext cx="2633663" cy="890577"/>
          </a:xfrm>
          <a:prstGeom prst="rect">
            <a:avLst/>
          </a:prstGeom>
        </p:spPr>
        <p:txBody>
          <a:bodyPr lIns="0" tIns="0" rIns="0" bIns="0" anchor="b">
            <a:noAutofit/>
          </a:bodyPr>
          <a:lstStyle>
            <a:lvl1pPr marL="0" indent="0">
              <a:lnSpc>
                <a:spcPct val="90000"/>
              </a:lnSpc>
              <a:spcBef>
                <a:spcPts val="0"/>
              </a:spcBef>
              <a:spcAft>
                <a:spcPts val="200"/>
              </a:spcAft>
              <a:buFontTx/>
              <a:buNone/>
              <a:defRPr sz="2000" b="0" i="0" spc="0" baseline="0">
                <a:solidFill>
                  <a:schemeClr val="bg1"/>
                </a:solidFill>
                <a:latin typeface="ServiceNow Sans Medium" panose="020B0704040101010104" pitchFamily="34" charset="0"/>
                <a:cs typeface="ServiceNow Sans Medium" panose="020B0704040101010104" pitchFamily="34" charset="0"/>
              </a:defRPr>
            </a:lvl1pPr>
            <a:lvl2pPr marL="457200" indent="0">
              <a:buFontTx/>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endParaRPr lang="en-US"/>
          </a:p>
        </p:txBody>
      </p:sp>
      <p:sp>
        <p:nvSpPr>
          <p:cNvPr id="11" name="Text Placeholder 51">
            <a:extLst>
              <a:ext uri="{FF2B5EF4-FFF2-40B4-BE49-F238E27FC236}">
                <a16:creationId xmlns:a16="http://schemas.microsoft.com/office/drawing/2014/main" id="{2E84B7BF-4314-0E4C-FCD2-1C8D9950292B}"/>
              </a:ext>
            </a:extLst>
          </p:cNvPr>
          <p:cNvSpPr>
            <a:spLocks noGrp="1"/>
          </p:cNvSpPr>
          <p:nvPr>
            <p:ph type="body" sz="quarter" idx="15"/>
          </p:nvPr>
        </p:nvSpPr>
        <p:spPr>
          <a:xfrm>
            <a:off x="6188075" y="5133960"/>
            <a:ext cx="2633663" cy="514507"/>
          </a:xfrm>
          <a:prstGeom prst="rect">
            <a:avLst/>
          </a:prstGeom>
        </p:spPr>
        <p:txBody>
          <a:bodyPr lIns="0" tIns="0" rIns="0" bIns="0" anchor="t" anchorCtr="0">
            <a:noAutofit/>
          </a:bodyPr>
          <a:lstStyle>
            <a:lvl1pPr marL="0" indent="0">
              <a:lnSpc>
                <a:spcPct val="100000"/>
              </a:lnSpc>
              <a:spcBef>
                <a:spcPts val="0"/>
              </a:spcBef>
              <a:spcAft>
                <a:spcPts val="200"/>
              </a:spcAft>
              <a:buFontTx/>
              <a:buNone/>
              <a:defRPr sz="1600" b="0" i="0" spc="0" baseline="0">
                <a:solidFill>
                  <a:schemeClr val="bg1"/>
                </a:solidFill>
                <a:latin typeface="ServiceNow Sans Light" panose="020B0404040101010104" pitchFamily="34" charset="77"/>
                <a:cs typeface="ServiceNow Sans Light" panose="020B0404040101010104" pitchFamily="34" charset="77"/>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endParaRPr lang="en-US"/>
          </a:p>
        </p:txBody>
      </p:sp>
      <p:sp>
        <p:nvSpPr>
          <p:cNvPr id="12" name="Text Placeholder 49">
            <a:extLst>
              <a:ext uri="{FF2B5EF4-FFF2-40B4-BE49-F238E27FC236}">
                <a16:creationId xmlns:a16="http://schemas.microsoft.com/office/drawing/2014/main" id="{786D7E5B-172E-6265-25E3-041252131BE7}"/>
              </a:ext>
            </a:extLst>
          </p:cNvPr>
          <p:cNvSpPr>
            <a:spLocks noGrp="1"/>
          </p:cNvSpPr>
          <p:nvPr>
            <p:ph type="body" sz="quarter" idx="16"/>
          </p:nvPr>
        </p:nvSpPr>
        <p:spPr>
          <a:xfrm>
            <a:off x="9002713" y="4139184"/>
            <a:ext cx="2633662" cy="890577"/>
          </a:xfrm>
          <a:prstGeom prst="rect">
            <a:avLst/>
          </a:prstGeom>
        </p:spPr>
        <p:txBody>
          <a:bodyPr lIns="0" tIns="0" rIns="0" bIns="0" anchor="b">
            <a:noAutofit/>
          </a:bodyPr>
          <a:lstStyle>
            <a:lvl1pPr marL="0" indent="0">
              <a:lnSpc>
                <a:spcPct val="90000"/>
              </a:lnSpc>
              <a:spcBef>
                <a:spcPts val="0"/>
              </a:spcBef>
              <a:spcAft>
                <a:spcPts val="200"/>
              </a:spcAft>
              <a:buFontTx/>
              <a:buNone/>
              <a:defRPr sz="2000" b="0" i="0" spc="0" baseline="0">
                <a:solidFill>
                  <a:schemeClr val="bg1"/>
                </a:solidFill>
                <a:latin typeface="ServiceNow Sans Medium" panose="020B0704040101010104" pitchFamily="34" charset="0"/>
                <a:cs typeface="ServiceNow Sans Medium" panose="020B0704040101010104" pitchFamily="34" charset="0"/>
              </a:defRPr>
            </a:lvl1pPr>
            <a:lvl2pPr marL="457200" indent="0">
              <a:buFontTx/>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endParaRPr lang="en-US"/>
          </a:p>
        </p:txBody>
      </p:sp>
      <p:sp>
        <p:nvSpPr>
          <p:cNvPr id="13" name="Text Placeholder 51">
            <a:extLst>
              <a:ext uri="{FF2B5EF4-FFF2-40B4-BE49-F238E27FC236}">
                <a16:creationId xmlns:a16="http://schemas.microsoft.com/office/drawing/2014/main" id="{70DB0D3A-DDE2-7A91-1278-C460CF8E7C36}"/>
              </a:ext>
            </a:extLst>
          </p:cNvPr>
          <p:cNvSpPr>
            <a:spLocks noGrp="1"/>
          </p:cNvSpPr>
          <p:nvPr>
            <p:ph type="body" sz="quarter" idx="17"/>
          </p:nvPr>
        </p:nvSpPr>
        <p:spPr>
          <a:xfrm>
            <a:off x="9002576" y="5133960"/>
            <a:ext cx="2633799" cy="514507"/>
          </a:xfrm>
          <a:prstGeom prst="rect">
            <a:avLst/>
          </a:prstGeom>
        </p:spPr>
        <p:txBody>
          <a:bodyPr lIns="0" tIns="0" rIns="0" bIns="0" anchor="t" anchorCtr="0">
            <a:noAutofit/>
          </a:bodyPr>
          <a:lstStyle>
            <a:lvl1pPr marL="0" indent="0">
              <a:lnSpc>
                <a:spcPct val="100000"/>
              </a:lnSpc>
              <a:spcBef>
                <a:spcPts val="0"/>
              </a:spcBef>
              <a:spcAft>
                <a:spcPts val="200"/>
              </a:spcAft>
              <a:buFontTx/>
              <a:buNone/>
              <a:defRPr sz="1600" b="0" i="0" spc="0" baseline="0">
                <a:solidFill>
                  <a:schemeClr val="bg1"/>
                </a:solidFill>
                <a:latin typeface="ServiceNow Sans Light" panose="020B0404040101010104" pitchFamily="34" charset="77"/>
                <a:cs typeface="ServiceNow Sans Light" panose="020B0404040101010104" pitchFamily="34" charset="77"/>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endParaRPr lang="en-US"/>
          </a:p>
        </p:txBody>
      </p:sp>
      <p:pic>
        <p:nvPicPr>
          <p:cNvPr id="3" name="Graphic 2">
            <a:extLst>
              <a:ext uri="{FF2B5EF4-FFF2-40B4-BE49-F238E27FC236}">
                <a16:creationId xmlns:a16="http://schemas.microsoft.com/office/drawing/2014/main" id="{8BBA3086-87E0-5D22-56F0-11E873C57C46}"/>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715374" y="5818344"/>
            <a:ext cx="3187701" cy="919772"/>
          </a:xfrm>
          <a:prstGeom prst="rect">
            <a:avLst/>
          </a:prstGeom>
        </p:spPr>
      </p:pic>
      <p:sp>
        <p:nvSpPr>
          <p:cNvPr id="4" name="Footer Placeholder 4">
            <a:extLst>
              <a:ext uri="{FF2B5EF4-FFF2-40B4-BE49-F238E27FC236}">
                <a16:creationId xmlns:a16="http://schemas.microsoft.com/office/drawing/2014/main" id="{208A25F2-3395-2EC8-0C90-D32A2E4DD37B}"/>
              </a:ext>
            </a:extLst>
          </p:cNvPr>
          <p:cNvSpPr txBox="1">
            <a:spLocks/>
          </p:cNvSpPr>
          <p:nvPr userDrawn="1"/>
        </p:nvSpPr>
        <p:spPr>
          <a:xfrm>
            <a:off x="548641" y="6408532"/>
            <a:ext cx="2290669" cy="214746"/>
          </a:xfrm>
          <a:prstGeom prst="rect">
            <a:avLst/>
          </a:prstGeom>
        </p:spPr>
        <p:txBody>
          <a:bodyPr vert="horz" lIns="0" tIns="0" rIns="0" bIns="0" rtlCol="0" anchor="ctr"/>
          <a:lstStyle>
            <a:defPPr>
              <a:defRPr lang="en-US"/>
            </a:defPPr>
            <a:lvl1pPr algn="r">
              <a:defRPr sz="600"/>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l"/>
            <a:r>
              <a:rPr lang="en-US" sz="800">
                <a:solidFill>
                  <a:srgbClr val="FFFFFF">
                    <a:alpha val="50000"/>
                  </a:srgbClr>
                </a:solidFill>
              </a:rPr>
              <a:t>© 2026 ServiceNow, Inc. All Rights Reserved.</a:t>
            </a:r>
          </a:p>
        </p:txBody>
      </p:sp>
    </p:spTree>
    <p:extLst>
      <p:ext uri="{BB962C8B-B14F-4D97-AF65-F5344CB8AC3E}">
        <p14:creationId xmlns:p14="http://schemas.microsoft.com/office/powerpoint/2010/main" val="1668150896"/>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with Subtitle">
    <p:bg>
      <p:bgPr>
        <a:solidFill>
          <a:schemeClr val="bg2"/>
        </a:solidFill>
        <a:effectLst/>
      </p:bgPr>
    </p:bg>
    <p:spTree>
      <p:nvGrpSpPr>
        <p:cNvPr id="1" name=""/>
        <p:cNvGrpSpPr/>
        <p:nvPr/>
      </p:nvGrpSpPr>
      <p:grpSpPr>
        <a:xfrm>
          <a:off x="0" y="0"/>
          <a:ext cx="0" cy="0"/>
          <a:chOff x="0" y="0"/>
          <a:chExt cx="0" cy="0"/>
        </a:xfrm>
      </p:grpSpPr>
      <p:pic>
        <p:nvPicPr>
          <p:cNvPr id="2" name="Picture 1" descr="A blue and green gradient&#10;&#10;AI-generated content may be incorrect.">
            <a:extLst>
              <a:ext uri="{FF2B5EF4-FFF2-40B4-BE49-F238E27FC236}">
                <a16:creationId xmlns:a16="http://schemas.microsoft.com/office/drawing/2014/main" id="{D84271F7-2D00-481D-6415-4D6F4742977C}"/>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5" name="Title 47">
            <a:extLst>
              <a:ext uri="{FF2B5EF4-FFF2-40B4-BE49-F238E27FC236}">
                <a16:creationId xmlns:a16="http://schemas.microsoft.com/office/drawing/2014/main" id="{8FCF1860-B9F7-E3CA-DB6A-C17120F89E5E}"/>
              </a:ext>
            </a:extLst>
          </p:cNvPr>
          <p:cNvSpPr>
            <a:spLocks noGrp="1"/>
          </p:cNvSpPr>
          <p:nvPr>
            <p:ph type="title"/>
          </p:nvPr>
        </p:nvSpPr>
        <p:spPr>
          <a:xfrm>
            <a:off x="548639" y="549275"/>
            <a:ext cx="11082338" cy="3589250"/>
          </a:xfrm>
          <a:prstGeom prst="rect">
            <a:avLst/>
          </a:prstGeom>
        </p:spPr>
        <p:txBody>
          <a:bodyPr lIns="0" tIns="0" rIns="0" bIns="0" anchor="b">
            <a:noAutofit/>
          </a:bodyPr>
          <a:lstStyle>
            <a:lvl1pPr>
              <a:lnSpc>
                <a:spcPct val="85000"/>
              </a:lnSpc>
              <a:defRPr kumimoji="0" lang="en-US" sz="7200" b="0" i="0" u="none" strike="noStrike" cap="none" spc="0" normalizeH="0" baseline="0" dirty="0">
                <a:ln>
                  <a:noFill/>
                </a:ln>
                <a:solidFill>
                  <a:schemeClr val="bg1"/>
                </a:solidFill>
                <a:effectLst/>
                <a:uLnTx/>
                <a:uFillTx/>
                <a:latin typeface="ServiceNow Sans Display Bold" panose="020B0804040101010104" pitchFamily="34" charset="0"/>
                <a:ea typeface="+mj-ea"/>
                <a:cs typeface="ServiceNow Sans Display Bold" panose="020B0804040101010104" pitchFamily="34" charset="0"/>
              </a:defRPr>
            </a:lvl1pPr>
          </a:lstStyle>
          <a:p>
            <a:endParaRPr lang="en-US"/>
          </a:p>
        </p:txBody>
      </p:sp>
      <p:sp>
        <p:nvSpPr>
          <p:cNvPr id="6" name="Text Placeholder 49">
            <a:extLst>
              <a:ext uri="{FF2B5EF4-FFF2-40B4-BE49-F238E27FC236}">
                <a16:creationId xmlns:a16="http://schemas.microsoft.com/office/drawing/2014/main" id="{3C748A1F-E10D-AA97-3D8F-F303014E7E4E}"/>
              </a:ext>
            </a:extLst>
          </p:cNvPr>
          <p:cNvSpPr>
            <a:spLocks noGrp="1"/>
          </p:cNvSpPr>
          <p:nvPr>
            <p:ph type="body" sz="quarter" idx="10"/>
          </p:nvPr>
        </p:nvSpPr>
        <p:spPr>
          <a:xfrm>
            <a:off x="548639" y="4799605"/>
            <a:ext cx="4505961" cy="737468"/>
          </a:xfrm>
          <a:prstGeom prst="rect">
            <a:avLst/>
          </a:prstGeom>
        </p:spPr>
        <p:txBody>
          <a:bodyPr lIns="0" tIns="0" rIns="0" bIns="0" anchor="b">
            <a:noAutofit/>
          </a:bodyPr>
          <a:lstStyle>
            <a:lvl1pPr marL="0" indent="0">
              <a:lnSpc>
                <a:spcPct val="90000"/>
              </a:lnSpc>
              <a:spcBef>
                <a:spcPts val="0"/>
              </a:spcBef>
              <a:spcAft>
                <a:spcPts val="200"/>
              </a:spcAft>
              <a:buFontTx/>
              <a:buNone/>
              <a:defRPr sz="1800" b="0" i="0" spc="0" baseline="0">
                <a:solidFill>
                  <a:schemeClr val="bg1"/>
                </a:solidFill>
                <a:latin typeface="ServiceNow Sans Medium" panose="020B0704040101010104" pitchFamily="34" charset="0"/>
                <a:cs typeface="ServiceNow Sans Medium" panose="020B0704040101010104" pitchFamily="34" charset="0"/>
              </a:defRPr>
            </a:lvl1pPr>
            <a:lvl2pPr marL="457200" indent="0">
              <a:buFontTx/>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endParaRPr lang="en-US"/>
          </a:p>
        </p:txBody>
      </p:sp>
      <p:sp>
        <p:nvSpPr>
          <p:cNvPr id="7" name="Text Placeholder 51">
            <a:extLst>
              <a:ext uri="{FF2B5EF4-FFF2-40B4-BE49-F238E27FC236}">
                <a16:creationId xmlns:a16="http://schemas.microsoft.com/office/drawing/2014/main" id="{913A0458-9CE6-1390-A369-CB980570EAE5}"/>
              </a:ext>
            </a:extLst>
          </p:cNvPr>
          <p:cNvSpPr>
            <a:spLocks noGrp="1"/>
          </p:cNvSpPr>
          <p:nvPr>
            <p:ph type="body" sz="quarter" idx="11"/>
          </p:nvPr>
        </p:nvSpPr>
        <p:spPr>
          <a:xfrm>
            <a:off x="548639" y="5641848"/>
            <a:ext cx="4505961" cy="514507"/>
          </a:xfrm>
          <a:prstGeom prst="rect">
            <a:avLst/>
          </a:prstGeom>
        </p:spPr>
        <p:txBody>
          <a:bodyPr lIns="0" tIns="0" rIns="0" bIns="0" anchor="t" anchorCtr="0">
            <a:noAutofit/>
          </a:bodyPr>
          <a:lstStyle>
            <a:lvl1pPr marL="0" indent="0">
              <a:lnSpc>
                <a:spcPct val="100000"/>
              </a:lnSpc>
              <a:spcBef>
                <a:spcPts val="0"/>
              </a:spcBef>
              <a:spcAft>
                <a:spcPts val="200"/>
              </a:spcAft>
              <a:buFontTx/>
              <a:buNone/>
              <a:defRPr sz="1400" b="0" i="0" spc="0" baseline="0">
                <a:solidFill>
                  <a:schemeClr val="bg1"/>
                </a:solidFill>
                <a:latin typeface="ServiceNow Sans Light" panose="020B0404040101010104" pitchFamily="34" charset="77"/>
                <a:cs typeface="ServiceNow Sans Light" panose="020B0404040101010104" pitchFamily="34" charset="77"/>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endParaRPr lang="en-US"/>
          </a:p>
        </p:txBody>
      </p:sp>
      <p:pic>
        <p:nvPicPr>
          <p:cNvPr id="3" name="Graphic 2">
            <a:extLst>
              <a:ext uri="{FF2B5EF4-FFF2-40B4-BE49-F238E27FC236}">
                <a16:creationId xmlns:a16="http://schemas.microsoft.com/office/drawing/2014/main" id="{8BBA3086-87E0-5D22-56F0-11E873C57C46}"/>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715374" y="5818344"/>
            <a:ext cx="3187701" cy="919772"/>
          </a:xfrm>
          <a:prstGeom prst="rect">
            <a:avLst/>
          </a:prstGeom>
        </p:spPr>
      </p:pic>
      <p:sp>
        <p:nvSpPr>
          <p:cNvPr id="4" name="Footer Placeholder 4">
            <a:extLst>
              <a:ext uri="{FF2B5EF4-FFF2-40B4-BE49-F238E27FC236}">
                <a16:creationId xmlns:a16="http://schemas.microsoft.com/office/drawing/2014/main" id="{208A25F2-3395-2EC8-0C90-D32A2E4DD37B}"/>
              </a:ext>
            </a:extLst>
          </p:cNvPr>
          <p:cNvSpPr txBox="1">
            <a:spLocks/>
          </p:cNvSpPr>
          <p:nvPr userDrawn="1"/>
        </p:nvSpPr>
        <p:spPr>
          <a:xfrm>
            <a:off x="548641" y="6408532"/>
            <a:ext cx="2290669" cy="214746"/>
          </a:xfrm>
          <a:prstGeom prst="rect">
            <a:avLst/>
          </a:prstGeom>
        </p:spPr>
        <p:txBody>
          <a:bodyPr vert="horz" lIns="0" tIns="0" rIns="0" bIns="0" rtlCol="0" anchor="ctr"/>
          <a:lstStyle>
            <a:defPPr>
              <a:defRPr lang="en-US"/>
            </a:defPPr>
            <a:lvl1pPr algn="r">
              <a:defRPr sz="600"/>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l"/>
            <a:r>
              <a:rPr lang="en-US" sz="800">
                <a:solidFill>
                  <a:srgbClr val="FFFFFF">
                    <a:alpha val="50000"/>
                  </a:srgbClr>
                </a:solidFill>
              </a:rPr>
              <a:t>© 2026 ServiceNow, Inc. All Rights Reserved.</a:t>
            </a:r>
          </a:p>
        </p:txBody>
      </p:sp>
      <p:sp>
        <p:nvSpPr>
          <p:cNvPr id="18" name="Subtitle 2">
            <a:extLst>
              <a:ext uri="{FF2B5EF4-FFF2-40B4-BE49-F238E27FC236}">
                <a16:creationId xmlns:a16="http://schemas.microsoft.com/office/drawing/2014/main" id="{B5A9CE4C-6560-8F42-CA7A-AABE423207A6}"/>
              </a:ext>
            </a:extLst>
          </p:cNvPr>
          <p:cNvSpPr>
            <a:spLocks noGrp="1"/>
          </p:cNvSpPr>
          <p:nvPr>
            <p:ph type="subTitle" idx="1"/>
          </p:nvPr>
        </p:nvSpPr>
        <p:spPr>
          <a:xfrm>
            <a:off x="550008" y="4285255"/>
            <a:ext cx="11089323" cy="337546"/>
          </a:xfrm>
          <a:prstGeom prst="rect">
            <a:avLst/>
          </a:prstGeom>
        </p:spPr>
        <p:txBody>
          <a:bodyPr/>
          <a:lstStyle>
            <a:lvl1pPr marL="0" indent="0" algn="l">
              <a:lnSpc>
                <a:spcPct val="90000"/>
              </a:lnSpc>
              <a:buNone/>
              <a:defRPr sz="2400" b="0" i="0">
                <a:solidFill>
                  <a:schemeClr val="bg1"/>
                </a:solidFill>
                <a:latin typeface="ServiceNow Sans Medium" panose="020B0504040101010104"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61163062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pic>
        <p:nvPicPr>
          <p:cNvPr id="2" name="Picture 1" descr="A blue and green background&#10;&#10;AI-generated content may be incorrect.">
            <a:extLst>
              <a:ext uri="{FF2B5EF4-FFF2-40B4-BE49-F238E27FC236}">
                <a16:creationId xmlns:a16="http://schemas.microsoft.com/office/drawing/2014/main" id="{426570CD-46A2-132F-F02E-1600C115ECAA}"/>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6" name="Title 5">
            <a:extLst>
              <a:ext uri="{FF2B5EF4-FFF2-40B4-BE49-F238E27FC236}">
                <a16:creationId xmlns:a16="http://schemas.microsoft.com/office/drawing/2014/main" id="{E262DFF5-1404-0C6A-FF51-4932C17F84AB}"/>
              </a:ext>
            </a:extLst>
          </p:cNvPr>
          <p:cNvSpPr>
            <a:spLocks noGrp="1"/>
          </p:cNvSpPr>
          <p:nvPr>
            <p:ph type="title"/>
          </p:nvPr>
        </p:nvSpPr>
        <p:spPr>
          <a:xfrm>
            <a:off x="548640" y="530352"/>
            <a:ext cx="11082973" cy="1304863"/>
          </a:xfrm>
        </p:spPr>
        <p:txBody>
          <a:bodyPr/>
          <a:lstStyle>
            <a:lvl1pPr marL="0" algn="l" defTabSz="914400" rtl="0" eaLnBrk="1" latinLnBrk="0" hangingPunct="1">
              <a:lnSpc>
                <a:spcPct val="85000"/>
              </a:lnSpc>
              <a:spcBef>
                <a:spcPct val="0"/>
              </a:spcBef>
              <a:buNone/>
              <a:defRPr lang="en-US" sz="4000" b="1" i="0" spc="0" baseline="0" dirty="0">
                <a:solidFill>
                  <a:schemeClr val="bg1"/>
                </a:solidFill>
                <a:latin typeface="+mj-lt"/>
                <a:ea typeface="+mj-ea"/>
                <a:cs typeface="ServiceNow Sans Display Bold" panose="020B0504040101010104" pitchFamily="34" charset="77"/>
              </a:defRPr>
            </a:lvl1pPr>
          </a:lstStyle>
          <a:p>
            <a:endParaRPr lang="en-US"/>
          </a:p>
        </p:txBody>
      </p:sp>
      <p:pic>
        <p:nvPicPr>
          <p:cNvPr id="5" name="Picture 15">
            <a:extLst>
              <a:ext uri="{FF2B5EF4-FFF2-40B4-BE49-F238E27FC236}">
                <a16:creationId xmlns:a16="http://schemas.microsoft.com/office/drawing/2014/main" id="{6E69A9D9-1C98-2197-D9B4-B9C547E76536}"/>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7" name="Slide Number Placeholder 5">
            <a:extLst>
              <a:ext uri="{FF2B5EF4-FFF2-40B4-BE49-F238E27FC236}">
                <a16:creationId xmlns:a16="http://schemas.microsoft.com/office/drawing/2014/main" id="{BFA29C7A-B1AE-8891-ED91-E4AFA3B4AE54}"/>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8" name="Text Placeholder 7">
            <a:extLst>
              <a:ext uri="{FF2B5EF4-FFF2-40B4-BE49-F238E27FC236}">
                <a16:creationId xmlns:a16="http://schemas.microsoft.com/office/drawing/2014/main" id="{5CEEEB95-D4DA-F72B-3644-E0474322CD12}"/>
              </a:ext>
            </a:extLst>
          </p:cNvPr>
          <p:cNvSpPr>
            <a:spLocks noGrp="1"/>
          </p:cNvSpPr>
          <p:nvPr>
            <p:ph type="body" sz="quarter" idx="11" hasCustomPrompt="1"/>
          </p:nvPr>
        </p:nvSpPr>
        <p:spPr>
          <a:xfrm>
            <a:off x="1828798" y="6468451"/>
            <a:ext cx="9253538" cy="109728"/>
          </a:xfrm>
        </p:spPr>
        <p:txBody>
          <a:bodyPr anchor="b"/>
          <a:lstStyle>
            <a:lvl1pPr>
              <a:defRPr sz="800"/>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3391227372"/>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Subtitle">
    <p:bg>
      <p:bgPr>
        <a:solidFill>
          <a:schemeClr val="bg2"/>
        </a:solidFill>
        <a:effectLst/>
      </p:bgPr>
    </p:bg>
    <p:spTree>
      <p:nvGrpSpPr>
        <p:cNvPr id="1" name=""/>
        <p:cNvGrpSpPr/>
        <p:nvPr/>
      </p:nvGrpSpPr>
      <p:grpSpPr>
        <a:xfrm>
          <a:off x="0" y="0"/>
          <a:ext cx="0" cy="0"/>
          <a:chOff x="0" y="0"/>
          <a:chExt cx="0" cy="0"/>
        </a:xfrm>
      </p:grpSpPr>
      <p:pic>
        <p:nvPicPr>
          <p:cNvPr id="3" name="Picture 2" descr="A blue and green background&#10;&#10;AI-generated content may be incorrect.">
            <a:extLst>
              <a:ext uri="{FF2B5EF4-FFF2-40B4-BE49-F238E27FC236}">
                <a16:creationId xmlns:a16="http://schemas.microsoft.com/office/drawing/2014/main" id="{26518D85-6842-C7A1-8213-93232E2CE473}"/>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2" name="Title 5">
            <a:extLst>
              <a:ext uri="{FF2B5EF4-FFF2-40B4-BE49-F238E27FC236}">
                <a16:creationId xmlns:a16="http://schemas.microsoft.com/office/drawing/2014/main" id="{233C28E9-77FE-F84E-09CD-A6DD572E35A7}"/>
              </a:ext>
            </a:extLst>
          </p:cNvPr>
          <p:cNvSpPr>
            <a:spLocks noGrp="1"/>
          </p:cNvSpPr>
          <p:nvPr>
            <p:ph type="title"/>
          </p:nvPr>
        </p:nvSpPr>
        <p:spPr>
          <a:xfrm>
            <a:off x="548640" y="530352"/>
            <a:ext cx="11082973" cy="594360"/>
          </a:xfrm>
        </p:spPr>
        <p:txBody>
          <a:bodyPr/>
          <a:lstStyle>
            <a:lvl1pPr>
              <a:defRPr b="1" i="0">
                <a:solidFill>
                  <a:schemeClr val="bg1"/>
                </a:solidFill>
                <a:latin typeface="+mj-lt"/>
                <a:cs typeface="ServiceNow Sans Display Bold" panose="020B0504040101010104" pitchFamily="34" charset="77"/>
              </a:defRPr>
            </a:lvl1pPr>
          </a:lstStyle>
          <a:p>
            <a:endParaRPr lang="en-US"/>
          </a:p>
        </p:txBody>
      </p:sp>
      <p:sp>
        <p:nvSpPr>
          <p:cNvPr id="4" name="Subtitle 2">
            <a:extLst>
              <a:ext uri="{FF2B5EF4-FFF2-40B4-BE49-F238E27FC236}">
                <a16:creationId xmlns:a16="http://schemas.microsoft.com/office/drawing/2014/main" id="{AAD0785D-E493-828F-0904-70EE36464C4E}"/>
              </a:ext>
            </a:extLst>
          </p:cNvPr>
          <p:cNvSpPr>
            <a:spLocks noGrp="1"/>
          </p:cNvSpPr>
          <p:nvPr>
            <p:ph type="subTitle" idx="1"/>
          </p:nvPr>
        </p:nvSpPr>
        <p:spPr>
          <a:xfrm>
            <a:off x="548639" y="1097280"/>
            <a:ext cx="11091545" cy="696849"/>
          </a:xfrm>
          <a:prstGeom prst="rect">
            <a:avLst/>
          </a:prstGeom>
        </p:spPr>
        <p:txBody>
          <a:bodyPr/>
          <a:lstStyle>
            <a:lvl1pPr marL="0" indent="0" algn="l">
              <a:lnSpc>
                <a:spcPct val="90000"/>
              </a:lnSpc>
              <a:buNone/>
              <a:defRPr sz="2000">
                <a:solidFill>
                  <a:schemeClr val="bg1"/>
                </a:solidFill>
                <a:latin typeface="ServiceNow Sans" panose="020B05040401010101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15">
            <a:extLst>
              <a:ext uri="{FF2B5EF4-FFF2-40B4-BE49-F238E27FC236}">
                <a16:creationId xmlns:a16="http://schemas.microsoft.com/office/drawing/2014/main" id="{BD68D6C5-6FA4-F7AE-B09B-EF7682601D3B}"/>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6" name="Slide Number Placeholder 5">
            <a:extLst>
              <a:ext uri="{FF2B5EF4-FFF2-40B4-BE49-F238E27FC236}">
                <a16:creationId xmlns:a16="http://schemas.microsoft.com/office/drawing/2014/main" id="{9A698FF4-6C4D-06ED-B374-625462A63AB8}"/>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11" name="Text Placeholder 7">
            <a:extLst>
              <a:ext uri="{FF2B5EF4-FFF2-40B4-BE49-F238E27FC236}">
                <a16:creationId xmlns:a16="http://schemas.microsoft.com/office/drawing/2014/main" id="{A1C70AF7-D1AB-1022-E56A-2DFD941E2A68}"/>
              </a:ext>
            </a:extLst>
          </p:cNvPr>
          <p:cNvSpPr>
            <a:spLocks noGrp="1"/>
          </p:cNvSpPr>
          <p:nvPr>
            <p:ph type="body" sz="quarter" idx="11" hasCustomPrompt="1"/>
          </p:nvPr>
        </p:nvSpPr>
        <p:spPr>
          <a:xfrm>
            <a:off x="1828798" y="6468451"/>
            <a:ext cx="9253538" cy="109728"/>
          </a:xfrm>
        </p:spPr>
        <p:txBody>
          <a:bodyPr anchor="b"/>
          <a:lstStyle>
            <a:lvl1pPr>
              <a:defRPr sz="800"/>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357543089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2"/>
        </a:solidFill>
        <a:effectLst/>
      </p:bgPr>
    </p:bg>
    <p:spTree>
      <p:nvGrpSpPr>
        <p:cNvPr id="1" name=""/>
        <p:cNvGrpSpPr/>
        <p:nvPr/>
      </p:nvGrpSpPr>
      <p:grpSpPr>
        <a:xfrm>
          <a:off x="0" y="0"/>
          <a:ext cx="0" cy="0"/>
          <a:chOff x="0" y="0"/>
          <a:chExt cx="0" cy="0"/>
        </a:xfrm>
      </p:grpSpPr>
      <p:pic>
        <p:nvPicPr>
          <p:cNvPr id="4" name="Picture 3" descr="A blue and green background&#10;&#10;AI-generated content may be incorrect.">
            <a:extLst>
              <a:ext uri="{FF2B5EF4-FFF2-40B4-BE49-F238E27FC236}">
                <a16:creationId xmlns:a16="http://schemas.microsoft.com/office/drawing/2014/main" id="{6BEDE41D-8998-F143-2982-3FE8EC3D2194}"/>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2" name="Title 1">
            <a:extLst>
              <a:ext uri="{FF2B5EF4-FFF2-40B4-BE49-F238E27FC236}">
                <a16:creationId xmlns:a16="http://schemas.microsoft.com/office/drawing/2014/main" id="{9728B499-FBEC-A849-6D57-93159E12BACC}"/>
              </a:ext>
            </a:extLst>
          </p:cNvPr>
          <p:cNvSpPr>
            <a:spLocks noGrp="1"/>
          </p:cNvSpPr>
          <p:nvPr>
            <p:ph type="title"/>
          </p:nvPr>
        </p:nvSpPr>
        <p:spPr>
          <a:xfrm>
            <a:off x="548640" y="530352"/>
            <a:ext cx="11082973" cy="594360"/>
          </a:xfrm>
        </p:spPr>
        <p:txBody>
          <a:bodyPr/>
          <a:lstStyle>
            <a:lvl1pPr>
              <a:defRPr>
                <a:solidFill>
                  <a:schemeClr val="bg1"/>
                </a:solidFill>
              </a:defRPr>
            </a:lvl1pPr>
          </a:lstStyle>
          <a:p>
            <a:endParaRPr lang="en-US"/>
          </a:p>
        </p:txBody>
      </p:sp>
      <p:sp>
        <p:nvSpPr>
          <p:cNvPr id="5" name="Subtitle 2">
            <a:extLst>
              <a:ext uri="{FF2B5EF4-FFF2-40B4-BE49-F238E27FC236}">
                <a16:creationId xmlns:a16="http://schemas.microsoft.com/office/drawing/2014/main" id="{46B109A9-0359-2628-7802-3635EE3335A8}"/>
              </a:ext>
            </a:extLst>
          </p:cNvPr>
          <p:cNvSpPr>
            <a:spLocks noGrp="1"/>
          </p:cNvSpPr>
          <p:nvPr>
            <p:ph type="subTitle" idx="13"/>
          </p:nvPr>
        </p:nvSpPr>
        <p:spPr>
          <a:xfrm>
            <a:off x="548640" y="1097280"/>
            <a:ext cx="11088688" cy="696849"/>
          </a:xfrm>
          <a:prstGeom prst="rect">
            <a:avLst/>
          </a:prstGeom>
        </p:spPr>
        <p:txBody>
          <a:bodyPr/>
          <a:lstStyle>
            <a:lvl1pPr marL="0" indent="0" algn="l">
              <a:lnSpc>
                <a:spcPct val="90000"/>
              </a:lnSpc>
              <a:buNone/>
              <a:defRPr sz="2000">
                <a:solidFill>
                  <a:schemeClr val="bg1"/>
                </a:solidFill>
                <a:latin typeface="ServiceNow Sans" panose="020B05040401010101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8">
            <a:extLst>
              <a:ext uri="{FF2B5EF4-FFF2-40B4-BE49-F238E27FC236}">
                <a16:creationId xmlns:a16="http://schemas.microsoft.com/office/drawing/2014/main" id="{6C923854-F3D1-E74C-8BA3-4B3D17DE54B7}"/>
              </a:ext>
            </a:extLst>
          </p:cNvPr>
          <p:cNvSpPr>
            <a:spLocks noGrp="1"/>
          </p:cNvSpPr>
          <p:nvPr>
            <p:ph type="body" sz="quarter" idx="16"/>
          </p:nvPr>
        </p:nvSpPr>
        <p:spPr>
          <a:xfrm>
            <a:off x="544830" y="1955800"/>
            <a:ext cx="11088688" cy="4270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15">
            <a:extLst>
              <a:ext uri="{FF2B5EF4-FFF2-40B4-BE49-F238E27FC236}">
                <a16:creationId xmlns:a16="http://schemas.microsoft.com/office/drawing/2014/main" id="{393D3C88-F974-9020-5F44-0A8B84DC9AA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8" name="Slide Number Placeholder 5">
            <a:extLst>
              <a:ext uri="{FF2B5EF4-FFF2-40B4-BE49-F238E27FC236}">
                <a16:creationId xmlns:a16="http://schemas.microsoft.com/office/drawing/2014/main" id="{C364D38E-F640-7415-44F5-E3029466511B}"/>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11" name="Text Placeholder 7">
            <a:extLst>
              <a:ext uri="{FF2B5EF4-FFF2-40B4-BE49-F238E27FC236}">
                <a16:creationId xmlns:a16="http://schemas.microsoft.com/office/drawing/2014/main" id="{B6EED23E-392D-0A55-26F8-62EC4E1A85D7}"/>
              </a:ext>
            </a:extLst>
          </p:cNvPr>
          <p:cNvSpPr>
            <a:spLocks noGrp="1"/>
          </p:cNvSpPr>
          <p:nvPr>
            <p:ph type="body" sz="quarter" idx="11" hasCustomPrompt="1"/>
          </p:nvPr>
        </p:nvSpPr>
        <p:spPr>
          <a:xfrm>
            <a:off x="1828798" y="6468451"/>
            <a:ext cx="9253538" cy="109728"/>
          </a:xfrm>
        </p:spPr>
        <p:txBody>
          <a:bodyPr anchor="b"/>
          <a:lstStyle>
            <a:lvl1pPr>
              <a:defRPr sz="800"/>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1344099806"/>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Sans Subhead">
    <p:bg>
      <p:bgPr>
        <a:solidFill>
          <a:schemeClr val="bg2"/>
        </a:solidFill>
        <a:effectLst/>
      </p:bgPr>
    </p:bg>
    <p:spTree>
      <p:nvGrpSpPr>
        <p:cNvPr id="1" name=""/>
        <p:cNvGrpSpPr/>
        <p:nvPr/>
      </p:nvGrpSpPr>
      <p:grpSpPr>
        <a:xfrm>
          <a:off x="0" y="0"/>
          <a:ext cx="0" cy="0"/>
          <a:chOff x="0" y="0"/>
          <a:chExt cx="0" cy="0"/>
        </a:xfrm>
      </p:grpSpPr>
      <p:pic>
        <p:nvPicPr>
          <p:cNvPr id="4" name="Picture 3" descr="A blue and green background&#10;&#10;AI-generated content may be incorrect.">
            <a:extLst>
              <a:ext uri="{FF2B5EF4-FFF2-40B4-BE49-F238E27FC236}">
                <a16:creationId xmlns:a16="http://schemas.microsoft.com/office/drawing/2014/main" id="{6BEDE41D-8998-F143-2982-3FE8EC3D2194}"/>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2" name="Title 1">
            <a:extLst>
              <a:ext uri="{FF2B5EF4-FFF2-40B4-BE49-F238E27FC236}">
                <a16:creationId xmlns:a16="http://schemas.microsoft.com/office/drawing/2014/main" id="{9728B499-FBEC-A849-6D57-93159E12BACC}"/>
              </a:ext>
            </a:extLst>
          </p:cNvPr>
          <p:cNvSpPr>
            <a:spLocks noGrp="1"/>
          </p:cNvSpPr>
          <p:nvPr>
            <p:ph type="title"/>
          </p:nvPr>
        </p:nvSpPr>
        <p:spPr>
          <a:xfrm>
            <a:off x="548640" y="530352"/>
            <a:ext cx="11082973" cy="594360"/>
          </a:xfrm>
        </p:spPr>
        <p:txBody>
          <a:bodyPr/>
          <a:lstStyle>
            <a:lvl1pPr>
              <a:defRPr>
                <a:solidFill>
                  <a:schemeClr val="bg1"/>
                </a:solidFill>
              </a:defRPr>
            </a:lvl1pPr>
          </a:lstStyle>
          <a:p>
            <a:endParaRPr lang="en-US"/>
          </a:p>
        </p:txBody>
      </p:sp>
      <p:sp>
        <p:nvSpPr>
          <p:cNvPr id="9" name="Text Placeholder 8">
            <a:extLst>
              <a:ext uri="{FF2B5EF4-FFF2-40B4-BE49-F238E27FC236}">
                <a16:creationId xmlns:a16="http://schemas.microsoft.com/office/drawing/2014/main" id="{6C923854-F3D1-E74C-8BA3-4B3D17DE54B7}"/>
              </a:ext>
            </a:extLst>
          </p:cNvPr>
          <p:cNvSpPr>
            <a:spLocks noGrp="1"/>
          </p:cNvSpPr>
          <p:nvPr>
            <p:ph type="body" sz="quarter" idx="16"/>
          </p:nvPr>
        </p:nvSpPr>
        <p:spPr>
          <a:xfrm>
            <a:off x="544830" y="1250950"/>
            <a:ext cx="11088688" cy="49750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15">
            <a:extLst>
              <a:ext uri="{FF2B5EF4-FFF2-40B4-BE49-F238E27FC236}">
                <a16:creationId xmlns:a16="http://schemas.microsoft.com/office/drawing/2014/main" id="{393D3C88-F974-9020-5F44-0A8B84DC9AA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8" name="Slide Number Placeholder 5">
            <a:extLst>
              <a:ext uri="{FF2B5EF4-FFF2-40B4-BE49-F238E27FC236}">
                <a16:creationId xmlns:a16="http://schemas.microsoft.com/office/drawing/2014/main" id="{C364D38E-F640-7415-44F5-E3029466511B}"/>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11" name="Text Placeholder 7">
            <a:extLst>
              <a:ext uri="{FF2B5EF4-FFF2-40B4-BE49-F238E27FC236}">
                <a16:creationId xmlns:a16="http://schemas.microsoft.com/office/drawing/2014/main" id="{B6EED23E-392D-0A55-26F8-62EC4E1A85D7}"/>
              </a:ext>
            </a:extLst>
          </p:cNvPr>
          <p:cNvSpPr>
            <a:spLocks noGrp="1"/>
          </p:cNvSpPr>
          <p:nvPr>
            <p:ph type="body" sz="quarter" idx="11" hasCustomPrompt="1"/>
          </p:nvPr>
        </p:nvSpPr>
        <p:spPr>
          <a:xfrm>
            <a:off x="1828798" y="6468451"/>
            <a:ext cx="9253538" cy="109728"/>
          </a:xfrm>
        </p:spPr>
        <p:txBody>
          <a:bodyPr anchor="b"/>
          <a:lstStyle>
            <a:lvl1pPr>
              <a:defRPr sz="800"/>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411806174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Two Columns and Header">
    <p:bg>
      <p:bgPr>
        <a:solidFill>
          <a:schemeClr val="bg2"/>
        </a:solidFill>
        <a:effectLst/>
      </p:bgPr>
    </p:bg>
    <p:spTree>
      <p:nvGrpSpPr>
        <p:cNvPr id="1" name=""/>
        <p:cNvGrpSpPr/>
        <p:nvPr/>
      </p:nvGrpSpPr>
      <p:grpSpPr>
        <a:xfrm>
          <a:off x="0" y="0"/>
          <a:ext cx="0" cy="0"/>
          <a:chOff x="0" y="0"/>
          <a:chExt cx="0" cy="0"/>
        </a:xfrm>
      </p:grpSpPr>
      <p:pic>
        <p:nvPicPr>
          <p:cNvPr id="3" name="Picture 2" descr="A blue and green background&#10;&#10;AI-generated content may be incorrect.">
            <a:extLst>
              <a:ext uri="{FF2B5EF4-FFF2-40B4-BE49-F238E27FC236}">
                <a16:creationId xmlns:a16="http://schemas.microsoft.com/office/drawing/2014/main" id="{F6F0A126-DD18-369C-8676-3CE65587F8CA}"/>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4" name="Rounded Rectangle 16">
            <a:extLst>
              <a:ext uri="{FF2B5EF4-FFF2-40B4-BE49-F238E27FC236}">
                <a16:creationId xmlns:a16="http://schemas.microsoft.com/office/drawing/2014/main" id="{90053C93-812E-7EA4-9F24-6CCA282BC8F7}"/>
              </a:ext>
              <a:ext uri="{C183D7F6-B498-43B3-948B-1728B52AA6E4}">
                <adec:decorative xmlns:adec="http://schemas.microsoft.com/office/drawing/2017/decorative" val="1"/>
              </a:ext>
            </a:extLst>
          </p:cNvPr>
          <p:cNvSpPr/>
          <p:nvPr userDrawn="1"/>
        </p:nvSpPr>
        <p:spPr>
          <a:xfrm>
            <a:off x="6188076" y="1798638"/>
            <a:ext cx="5448300" cy="4386262"/>
          </a:xfrm>
          <a:prstGeom prst="roundRect">
            <a:avLst>
              <a:gd name="adj" fmla="val 3127"/>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2" name="Rounded Rectangle 16">
            <a:extLst>
              <a:ext uri="{FF2B5EF4-FFF2-40B4-BE49-F238E27FC236}">
                <a16:creationId xmlns:a16="http://schemas.microsoft.com/office/drawing/2014/main" id="{4FA5BBAA-78A1-A5B7-4B31-31DF74E06144}"/>
              </a:ext>
              <a:ext uri="{C183D7F6-B498-43B3-948B-1728B52AA6E4}">
                <adec:decorative xmlns:adec="http://schemas.microsoft.com/office/drawing/2017/decorative" val="1"/>
              </a:ext>
            </a:extLst>
          </p:cNvPr>
          <p:cNvSpPr/>
          <p:nvPr userDrawn="1"/>
        </p:nvSpPr>
        <p:spPr>
          <a:xfrm>
            <a:off x="549275" y="1798638"/>
            <a:ext cx="5459413" cy="4386262"/>
          </a:xfrm>
          <a:prstGeom prst="roundRect">
            <a:avLst>
              <a:gd name="adj" fmla="val 3127"/>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b"/>
          <a:lstStyle/>
          <a:p>
            <a:endParaRPr lang="en-US" sz="1600">
              <a:solidFill>
                <a:schemeClr val="tx1"/>
              </a:solidFill>
            </a:endParaRPr>
          </a:p>
        </p:txBody>
      </p:sp>
      <p:sp>
        <p:nvSpPr>
          <p:cNvPr id="6" name="Title Placeholder 1">
            <a:extLst>
              <a:ext uri="{FF2B5EF4-FFF2-40B4-BE49-F238E27FC236}">
                <a16:creationId xmlns:a16="http://schemas.microsoft.com/office/drawing/2014/main" id="{FEA07CD8-A738-790B-DF20-318B008F21F5}"/>
              </a:ext>
            </a:extLst>
          </p:cNvPr>
          <p:cNvSpPr>
            <a:spLocks noGrp="1"/>
          </p:cNvSpPr>
          <p:nvPr>
            <p:ph type="title"/>
          </p:nvPr>
        </p:nvSpPr>
        <p:spPr>
          <a:xfrm>
            <a:off x="548640" y="530352"/>
            <a:ext cx="11089323" cy="594360"/>
          </a:xfrm>
          <a:prstGeom prst="rect">
            <a:avLst/>
          </a:prstGeom>
        </p:spPr>
        <p:txBody>
          <a:bodyPr vert="horz" lIns="0" tIns="0" rIns="0" bIns="0" rtlCol="0" anchor="t" anchorCtr="0">
            <a:noAutofit/>
          </a:bodyPr>
          <a:lstStyle>
            <a:lvl1pPr>
              <a:defRPr>
                <a:solidFill>
                  <a:schemeClr val="bg1"/>
                </a:solidFill>
              </a:defRPr>
            </a:lvl1pPr>
          </a:lstStyle>
          <a:p>
            <a:pPr lvl="0"/>
            <a:endParaRPr lang="en-US"/>
          </a:p>
        </p:txBody>
      </p:sp>
      <p:sp>
        <p:nvSpPr>
          <p:cNvPr id="8" name="Subtitle 2">
            <a:extLst>
              <a:ext uri="{FF2B5EF4-FFF2-40B4-BE49-F238E27FC236}">
                <a16:creationId xmlns:a16="http://schemas.microsoft.com/office/drawing/2014/main" id="{90E870A4-D85E-0EF0-81C4-99BAA592BF2E}"/>
              </a:ext>
            </a:extLst>
          </p:cNvPr>
          <p:cNvSpPr>
            <a:spLocks noGrp="1"/>
          </p:cNvSpPr>
          <p:nvPr>
            <p:ph type="subTitle" idx="1"/>
          </p:nvPr>
        </p:nvSpPr>
        <p:spPr>
          <a:xfrm>
            <a:off x="548640" y="1097279"/>
            <a:ext cx="11091545" cy="697459"/>
          </a:xfrm>
          <a:prstGeom prst="rect">
            <a:avLst/>
          </a:prstGeom>
        </p:spPr>
        <p:txBody>
          <a:bodyPr/>
          <a:lstStyle>
            <a:lvl1pPr marL="0" indent="0" algn="l">
              <a:lnSpc>
                <a:spcPct val="90000"/>
              </a:lnSpc>
              <a:buNone/>
              <a:defRPr sz="2000">
                <a:solidFill>
                  <a:schemeClr val="bg1"/>
                </a:solidFill>
                <a:latin typeface="ServiceNow Sans" panose="020B05040401010101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15">
            <a:extLst>
              <a:ext uri="{FF2B5EF4-FFF2-40B4-BE49-F238E27FC236}">
                <a16:creationId xmlns:a16="http://schemas.microsoft.com/office/drawing/2014/main" id="{9FB00DDF-A252-A1A5-A41A-FF1F52A54484}"/>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9" name="Slide Number Placeholder 5">
            <a:extLst>
              <a:ext uri="{FF2B5EF4-FFF2-40B4-BE49-F238E27FC236}">
                <a16:creationId xmlns:a16="http://schemas.microsoft.com/office/drawing/2014/main" id="{AF60FB31-CCE6-7C5A-7F16-EF5C9337F1E8}"/>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13" name="Text Placeholder 12">
            <a:extLst>
              <a:ext uri="{FF2B5EF4-FFF2-40B4-BE49-F238E27FC236}">
                <a16:creationId xmlns:a16="http://schemas.microsoft.com/office/drawing/2014/main" id="{DF6DDC21-C9C3-733D-3C79-628CFFD150F1}"/>
              </a:ext>
            </a:extLst>
          </p:cNvPr>
          <p:cNvSpPr>
            <a:spLocks noGrp="1"/>
          </p:cNvSpPr>
          <p:nvPr>
            <p:ph type="body" sz="quarter" idx="16"/>
          </p:nvPr>
        </p:nvSpPr>
        <p:spPr>
          <a:xfrm>
            <a:off x="549275" y="1798638"/>
            <a:ext cx="5461000" cy="868362"/>
          </a:xfrm>
          <a:prstGeom prst="rect">
            <a:avLst/>
          </a:prstGeom>
        </p:spPr>
        <p:txBody>
          <a:bodyPr lIns="182880" rIns="182880" bIns="109728" anchor="b"/>
          <a:lstStyle>
            <a:lvl1pPr>
              <a:defRPr lang="en-US" sz="19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15" name="Text Placeholder 12">
            <a:extLst>
              <a:ext uri="{FF2B5EF4-FFF2-40B4-BE49-F238E27FC236}">
                <a16:creationId xmlns:a16="http://schemas.microsoft.com/office/drawing/2014/main" id="{30078DC1-A1BA-16FE-AF0E-05265CE8E466}"/>
              </a:ext>
            </a:extLst>
          </p:cNvPr>
          <p:cNvSpPr>
            <a:spLocks noGrp="1"/>
          </p:cNvSpPr>
          <p:nvPr>
            <p:ph type="body" sz="quarter" idx="17"/>
          </p:nvPr>
        </p:nvSpPr>
        <p:spPr>
          <a:xfrm>
            <a:off x="6188075" y="1798638"/>
            <a:ext cx="5461000" cy="868362"/>
          </a:xfrm>
          <a:prstGeom prst="rect">
            <a:avLst/>
          </a:prstGeom>
        </p:spPr>
        <p:txBody>
          <a:bodyPr lIns="182880" rIns="182880" bIns="109728" anchor="b"/>
          <a:lstStyle>
            <a:lvl1pPr>
              <a:defRPr lang="en-US" sz="19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11" name="Text Placeholder 10">
            <a:extLst>
              <a:ext uri="{FF2B5EF4-FFF2-40B4-BE49-F238E27FC236}">
                <a16:creationId xmlns:a16="http://schemas.microsoft.com/office/drawing/2014/main" id="{486D02FD-E267-2133-5F8E-DE68BD8D9E17}"/>
              </a:ext>
            </a:extLst>
          </p:cNvPr>
          <p:cNvSpPr>
            <a:spLocks noGrp="1"/>
          </p:cNvSpPr>
          <p:nvPr>
            <p:ph type="body" sz="quarter" idx="18"/>
          </p:nvPr>
        </p:nvSpPr>
        <p:spPr>
          <a:xfrm>
            <a:off x="549275" y="2667000"/>
            <a:ext cx="5456239" cy="3520440"/>
          </a:xfrm>
        </p:spPr>
        <p:txBody>
          <a:bodyPr lIns="182880" tIns="0" rIns="182880" b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3">
            <a:extLst>
              <a:ext uri="{FF2B5EF4-FFF2-40B4-BE49-F238E27FC236}">
                <a16:creationId xmlns:a16="http://schemas.microsoft.com/office/drawing/2014/main" id="{D2B022A3-1256-6665-C93B-1D24DAAAF271}"/>
              </a:ext>
            </a:extLst>
          </p:cNvPr>
          <p:cNvSpPr>
            <a:spLocks noGrp="1"/>
          </p:cNvSpPr>
          <p:nvPr>
            <p:ph type="body" sz="quarter" idx="19"/>
          </p:nvPr>
        </p:nvSpPr>
        <p:spPr>
          <a:xfrm>
            <a:off x="6188075" y="2667000"/>
            <a:ext cx="5458968" cy="3520440"/>
          </a:xfrm>
        </p:spPr>
        <p:txBody>
          <a:bodyPr lIns="182880" tIns="0" rIns="182880" b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a:extLst>
              <a:ext uri="{FF2B5EF4-FFF2-40B4-BE49-F238E27FC236}">
                <a16:creationId xmlns:a16="http://schemas.microsoft.com/office/drawing/2014/main" id="{91D96664-3B65-2B78-B6F4-26A45D772542}"/>
              </a:ext>
            </a:extLst>
          </p:cNvPr>
          <p:cNvSpPr>
            <a:spLocks noGrp="1"/>
          </p:cNvSpPr>
          <p:nvPr>
            <p:ph type="body" sz="quarter" idx="11" hasCustomPrompt="1"/>
          </p:nvPr>
        </p:nvSpPr>
        <p:spPr>
          <a:xfrm>
            <a:off x="1828798" y="6468451"/>
            <a:ext cx="9253538" cy="109728"/>
          </a:xfrm>
        </p:spPr>
        <p:txBody>
          <a:bodyPr anchor="b"/>
          <a:lstStyle>
            <a:lvl1pPr>
              <a:defRPr sz="800"/>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285760215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Three Columns and Headers">
    <p:bg>
      <p:bgPr>
        <a:solidFill>
          <a:schemeClr val="bg2"/>
        </a:solidFill>
        <a:effectLst/>
      </p:bgPr>
    </p:bg>
    <p:spTree>
      <p:nvGrpSpPr>
        <p:cNvPr id="1" name=""/>
        <p:cNvGrpSpPr/>
        <p:nvPr/>
      </p:nvGrpSpPr>
      <p:grpSpPr>
        <a:xfrm>
          <a:off x="0" y="0"/>
          <a:ext cx="0" cy="0"/>
          <a:chOff x="0" y="0"/>
          <a:chExt cx="0" cy="0"/>
        </a:xfrm>
      </p:grpSpPr>
      <p:pic>
        <p:nvPicPr>
          <p:cNvPr id="6" name="Picture 5" descr="A blue and green background&#10;&#10;AI-generated content may be incorrect.">
            <a:extLst>
              <a:ext uri="{FF2B5EF4-FFF2-40B4-BE49-F238E27FC236}">
                <a16:creationId xmlns:a16="http://schemas.microsoft.com/office/drawing/2014/main" id="{9B196B0D-18BB-6445-C48F-4B574563AB2B}"/>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2" name="Rounded Rectangle 16">
            <a:extLst>
              <a:ext uri="{FF2B5EF4-FFF2-40B4-BE49-F238E27FC236}">
                <a16:creationId xmlns:a16="http://schemas.microsoft.com/office/drawing/2014/main" id="{06C7E3B2-CBEA-773A-50C9-FB620F0A0556}"/>
              </a:ext>
              <a:ext uri="{C183D7F6-B498-43B3-948B-1728B52AA6E4}">
                <adec:decorative xmlns:adec="http://schemas.microsoft.com/office/drawing/2017/decorative" val="1"/>
              </a:ext>
            </a:extLst>
          </p:cNvPr>
          <p:cNvSpPr/>
          <p:nvPr userDrawn="1"/>
        </p:nvSpPr>
        <p:spPr>
          <a:xfrm>
            <a:off x="549275" y="1798638"/>
            <a:ext cx="3563938" cy="4386262"/>
          </a:xfrm>
          <a:prstGeom prst="roundRect">
            <a:avLst>
              <a:gd name="adj" fmla="val 3849"/>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4" name="Rounded Rectangle 16">
            <a:extLst>
              <a:ext uri="{FF2B5EF4-FFF2-40B4-BE49-F238E27FC236}">
                <a16:creationId xmlns:a16="http://schemas.microsoft.com/office/drawing/2014/main" id="{AF118AF6-C330-0FC1-6F2F-8DE85894A8B9}"/>
              </a:ext>
              <a:ext uri="{C183D7F6-B498-43B3-948B-1728B52AA6E4}">
                <adec:decorative xmlns:adec="http://schemas.microsoft.com/office/drawing/2017/decorative" val="1"/>
              </a:ext>
            </a:extLst>
          </p:cNvPr>
          <p:cNvSpPr/>
          <p:nvPr userDrawn="1"/>
        </p:nvSpPr>
        <p:spPr>
          <a:xfrm>
            <a:off x="4308474" y="1798638"/>
            <a:ext cx="3573463" cy="4386262"/>
          </a:xfrm>
          <a:prstGeom prst="roundRect">
            <a:avLst>
              <a:gd name="adj" fmla="val 3838"/>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solidFill>
                <a:schemeClr val="tx1"/>
              </a:solidFill>
            </a:endParaRPr>
          </a:p>
        </p:txBody>
      </p:sp>
      <p:sp>
        <p:nvSpPr>
          <p:cNvPr id="5" name="Rounded Rectangle 16">
            <a:extLst>
              <a:ext uri="{FF2B5EF4-FFF2-40B4-BE49-F238E27FC236}">
                <a16:creationId xmlns:a16="http://schemas.microsoft.com/office/drawing/2014/main" id="{FEE23BE6-B055-BBE2-C4DA-B094786EF884}"/>
              </a:ext>
              <a:ext uri="{C183D7F6-B498-43B3-948B-1728B52AA6E4}">
                <adec:decorative xmlns:adec="http://schemas.microsoft.com/office/drawing/2017/decorative" val="1"/>
              </a:ext>
            </a:extLst>
          </p:cNvPr>
          <p:cNvSpPr/>
          <p:nvPr userDrawn="1"/>
        </p:nvSpPr>
        <p:spPr>
          <a:xfrm>
            <a:off x="8062914" y="1798638"/>
            <a:ext cx="3573461" cy="4386262"/>
          </a:xfrm>
          <a:prstGeom prst="roundRect">
            <a:avLst>
              <a:gd name="adj" fmla="val 3838"/>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solidFill>
                <a:schemeClr val="tx1"/>
              </a:solidFill>
            </a:endParaRPr>
          </a:p>
        </p:txBody>
      </p:sp>
      <p:sp>
        <p:nvSpPr>
          <p:cNvPr id="29" name="Title Placeholder 1">
            <a:extLst>
              <a:ext uri="{FF2B5EF4-FFF2-40B4-BE49-F238E27FC236}">
                <a16:creationId xmlns:a16="http://schemas.microsoft.com/office/drawing/2014/main" id="{C3D71E33-7D25-B094-C82C-4B6E29E12FFC}"/>
              </a:ext>
            </a:extLst>
          </p:cNvPr>
          <p:cNvSpPr>
            <a:spLocks noGrp="1"/>
          </p:cNvSpPr>
          <p:nvPr>
            <p:ph type="title"/>
          </p:nvPr>
        </p:nvSpPr>
        <p:spPr>
          <a:xfrm>
            <a:off x="548640" y="530352"/>
            <a:ext cx="11091672" cy="594360"/>
          </a:xfrm>
          <a:prstGeom prst="rect">
            <a:avLst/>
          </a:prstGeom>
        </p:spPr>
        <p:txBody>
          <a:bodyPr vert="horz" lIns="0" tIns="0" rIns="0" bIns="0" rtlCol="0" anchor="t" anchorCtr="0">
            <a:noAutofit/>
          </a:bodyPr>
          <a:lstStyle>
            <a:lvl1pPr>
              <a:defRPr>
                <a:solidFill>
                  <a:schemeClr val="bg1"/>
                </a:solidFill>
              </a:defRPr>
            </a:lvl1pPr>
          </a:lstStyle>
          <a:p>
            <a:pPr lvl="0"/>
            <a:endParaRPr lang="en-US"/>
          </a:p>
        </p:txBody>
      </p:sp>
      <p:sp>
        <p:nvSpPr>
          <p:cNvPr id="3" name="Subtitle 2">
            <a:extLst>
              <a:ext uri="{FF2B5EF4-FFF2-40B4-BE49-F238E27FC236}">
                <a16:creationId xmlns:a16="http://schemas.microsoft.com/office/drawing/2014/main" id="{F775094D-6517-6233-057C-EDD74B7232B8}"/>
              </a:ext>
            </a:extLst>
          </p:cNvPr>
          <p:cNvSpPr>
            <a:spLocks noGrp="1"/>
          </p:cNvSpPr>
          <p:nvPr>
            <p:ph type="subTitle" idx="1"/>
          </p:nvPr>
        </p:nvSpPr>
        <p:spPr>
          <a:xfrm>
            <a:off x="548640" y="1097279"/>
            <a:ext cx="11091545" cy="697459"/>
          </a:xfrm>
          <a:prstGeom prst="rect">
            <a:avLst/>
          </a:prstGeom>
        </p:spPr>
        <p:txBody>
          <a:bodyPr/>
          <a:lstStyle>
            <a:lvl1pPr marL="0" indent="0" algn="l">
              <a:lnSpc>
                <a:spcPct val="90000"/>
              </a:lnSpc>
              <a:buNone/>
              <a:defRPr sz="2000">
                <a:solidFill>
                  <a:schemeClr val="bg1"/>
                </a:solidFill>
                <a:latin typeface="ServiceNow Sans" panose="020B05040401010101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0">
            <a:extLst>
              <a:ext uri="{FF2B5EF4-FFF2-40B4-BE49-F238E27FC236}">
                <a16:creationId xmlns:a16="http://schemas.microsoft.com/office/drawing/2014/main" id="{12CE1430-DD33-F50F-4D33-9107A98F2092}"/>
              </a:ext>
            </a:extLst>
          </p:cNvPr>
          <p:cNvSpPr>
            <a:spLocks noGrp="1"/>
          </p:cNvSpPr>
          <p:nvPr>
            <p:ph type="body" sz="quarter" idx="22"/>
          </p:nvPr>
        </p:nvSpPr>
        <p:spPr>
          <a:xfrm>
            <a:off x="549275" y="2667000"/>
            <a:ext cx="3566160" cy="3520440"/>
          </a:xfrm>
        </p:spPr>
        <p:txBody>
          <a:bodyPr lIns="182880" tIns="0" rIns="182880" b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0">
            <a:extLst>
              <a:ext uri="{FF2B5EF4-FFF2-40B4-BE49-F238E27FC236}">
                <a16:creationId xmlns:a16="http://schemas.microsoft.com/office/drawing/2014/main" id="{D8ECF9C0-FFC1-0568-E29D-B20AA430200E}"/>
              </a:ext>
            </a:extLst>
          </p:cNvPr>
          <p:cNvSpPr>
            <a:spLocks noGrp="1"/>
          </p:cNvSpPr>
          <p:nvPr>
            <p:ph type="body" sz="quarter" idx="23"/>
          </p:nvPr>
        </p:nvSpPr>
        <p:spPr>
          <a:xfrm>
            <a:off x="4308473" y="2667000"/>
            <a:ext cx="3566160" cy="3520440"/>
          </a:xfrm>
        </p:spPr>
        <p:txBody>
          <a:bodyPr lIns="182880" tIns="0" rIns="182880" b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0">
            <a:extLst>
              <a:ext uri="{FF2B5EF4-FFF2-40B4-BE49-F238E27FC236}">
                <a16:creationId xmlns:a16="http://schemas.microsoft.com/office/drawing/2014/main" id="{32DE1228-F4B2-3DFB-20A5-DD9382B74D31}"/>
              </a:ext>
            </a:extLst>
          </p:cNvPr>
          <p:cNvSpPr>
            <a:spLocks noGrp="1"/>
          </p:cNvSpPr>
          <p:nvPr>
            <p:ph type="body" sz="quarter" idx="24"/>
          </p:nvPr>
        </p:nvSpPr>
        <p:spPr>
          <a:xfrm>
            <a:off x="8062915" y="2667000"/>
            <a:ext cx="3566160" cy="3520440"/>
          </a:xfrm>
        </p:spPr>
        <p:txBody>
          <a:bodyPr lIns="182880" tIns="0" rIns="182880" b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15">
            <a:extLst>
              <a:ext uri="{FF2B5EF4-FFF2-40B4-BE49-F238E27FC236}">
                <a16:creationId xmlns:a16="http://schemas.microsoft.com/office/drawing/2014/main" id="{F5855F01-6892-A0BA-D2BB-28E4C2D5FF84}"/>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9" name="Slide Number Placeholder 5">
            <a:extLst>
              <a:ext uri="{FF2B5EF4-FFF2-40B4-BE49-F238E27FC236}">
                <a16:creationId xmlns:a16="http://schemas.microsoft.com/office/drawing/2014/main" id="{76E97354-2574-D163-9FDB-44A096476E2F}"/>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10" name="Text Placeholder 12">
            <a:extLst>
              <a:ext uri="{FF2B5EF4-FFF2-40B4-BE49-F238E27FC236}">
                <a16:creationId xmlns:a16="http://schemas.microsoft.com/office/drawing/2014/main" id="{A0E41662-8500-013C-FF11-4052EF680865}"/>
              </a:ext>
            </a:extLst>
          </p:cNvPr>
          <p:cNvSpPr>
            <a:spLocks noGrp="1"/>
          </p:cNvSpPr>
          <p:nvPr>
            <p:ph type="body" sz="quarter" idx="16"/>
          </p:nvPr>
        </p:nvSpPr>
        <p:spPr>
          <a:xfrm>
            <a:off x="549276" y="1798638"/>
            <a:ext cx="3566160" cy="868362"/>
          </a:xfrm>
          <a:prstGeom prst="rect">
            <a:avLst/>
          </a:prstGeom>
        </p:spPr>
        <p:txBody>
          <a:bodyPr lIns="182880" rIns="182880" bIns="109728" anchor="b"/>
          <a:lstStyle>
            <a:lvl1pPr>
              <a:defRPr lang="en-US" sz="19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11" name="Text Placeholder 12">
            <a:extLst>
              <a:ext uri="{FF2B5EF4-FFF2-40B4-BE49-F238E27FC236}">
                <a16:creationId xmlns:a16="http://schemas.microsoft.com/office/drawing/2014/main" id="{5F8DAFE9-52D4-B7E4-A26D-478DDE9939D9}"/>
              </a:ext>
            </a:extLst>
          </p:cNvPr>
          <p:cNvSpPr>
            <a:spLocks noGrp="1"/>
          </p:cNvSpPr>
          <p:nvPr>
            <p:ph type="body" sz="quarter" idx="20"/>
          </p:nvPr>
        </p:nvSpPr>
        <p:spPr>
          <a:xfrm>
            <a:off x="4308474" y="1798638"/>
            <a:ext cx="3566160" cy="868362"/>
          </a:xfrm>
          <a:prstGeom prst="rect">
            <a:avLst/>
          </a:prstGeom>
        </p:spPr>
        <p:txBody>
          <a:bodyPr lIns="182880" rIns="182880" bIns="109728" anchor="b"/>
          <a:lstStyle>
            <a:lvl1pPr>
              <a:defRPr lang="en-US" sz="19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13" name="Text Placeholder 12">
            <a:extLst>
              <a:ext uri="{FF2B5EF4-FFF2-40B4-BE49-F238E27FC236}">
                <a16:creationId xmlns:a16="http://schemas.microsoft.com/office/drawing/2014/main" id="{77196B97-43E1-0EEF-78A3-03A8D4B90CF4}"/>
              </a:ext>
            </a:extLst>
          </p:cNvPr>
          <p:cNvSpPr>
            <a:spLocks noGrp="1"/>
          </p:cNvSpPr>
          <p:nvPr>
            <p:ph type="body" sz="quarter" idx="21"/>
          </p:nvPr>
        </p:nvSpPr>
        <p:spPr>
          <a:xfrm>
            <a:off x="8062915" y="1798638"/>
            <a:ext cx="3566160" cy="868362"/>
          </a:xfrm>
          <a:prstGeom prst="rect">
            <a:avLst/>
          </a:prstGeom>
        </p:spPr>
        <p:txBody>
          <a:bodyPr lIns="182880" rIns="182880" bIns="109728" anchor="b"/>
          <a:lstStyle>
            <a:lvl1pPr>
              <a:defRPr lang="en-US" sz="19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 </a:t>
            </a:r>
          </a:p>
        </p:txBody>
      </p:sp>
      <p:sp>
        <p:nvSpPr>
          <p:cNvPr id="16" name="Text Placeholder 7">
            <a:extLst>
              <a:ext uri="{FF2B5EF4-FFF2-40B4-BE49-F238E27FC236}">
                <a16:creationId xmlns:a16="http://schemas.microsoft.com/office/drawing/2014/main" id="{A78A6122-4D32-360E-E25A-17762D7426C5}"/>
              </a:ext>
            </a:extLst>
          </p:cNvPr>
          <p:cNvSpPr>
            <a:spLocks noGrp="1"/>
          </p:cNvSpPr>
          <p:nvPr>
            <p:ph type="body" sz="quarter" idx="11" hasCustomPrompt="1"/>
          </p:nvPr>
        </p:nvSpPr>
        <p:spPr>
          <a:xfrm>
            <a:off x="1828798" y="6468451"/>
            <a:ext cx="9253538" cy="109728"/>
          </a:xfrm>
        </p:spPr>
        <p:txBody>
          <a:bodyPr anchor="b"/>
          <a:lstStyle>
            <a:lvl1pPr>
              <a:defRPr sz="800"/>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134768279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with Four Columns and Headers">
    <p:bg>
      <p:bgPr>
        <a:solidFill>
          <a:schemeClr val="bg2"/>
        </a:solidFill>
        <a:effectLst/>
      </p:bgPr>
    </p:bg>
    <p:spTree>
      <p:nvGrpSpPr>
        <p:cNvPr id="1" name=""/>
        <p:cNvGrpSpPr/>
        <p:nvPr/>
      </p:nvGrpSpPr>
      <p:grpSpPr>
        <a:xfrm>
          <a:off x="0" y="0"/>
          <a:ext cx="0" cy="0"/>
          <a:chOff x="0" y="0"/>
          <a:chExt cx="0" cy="0"/>
        </a:xfrm>
      </p:grpSpPr>
      <p:pic>
        <p:nvPicPr>
          <p:cNvPr id="5" name="Picture 4" descr="A blue and green background&#10;&#10;AI-generated content may be incorrect.">
            <a:extLst>
              <a:ext uri="{FF2B5EF4-FFF2-40B4-BE49-F238E27FC236}">
                <a16:creationId xmlns:a16="http://schemas.microsoft.com/office/drawing/2014/main" id="{79BFB504-CB91-C31E-190E-A37053FE4FBF}"/>
              </a:ext>
            </a:extLst>
          </p:cNvPr>
          <p:cNvPicPr>
            <a:picLocks noGrp="1" noRot="1" noMove="1" noResize="1" noEditPoints="1" noAdjustHandles="1" noChangeArrowheads="1" noChangeShapeType="1" noCrop="1"/>
          </p:cNvPicPr>
          <p:nvPr userDrawn="1"/>
        </p:nvPicPr>
        <p:blipFill>
          <a:blip r:embed="rId2"/>
          <a:stretch>
            <a:fillRect/>
          </a:stretch>
        </p:blipFill>
        <p:spPr>
          <a:xfrm>
            <a:off x="0" y="0"/>
            <a:ext cx="12190415" cy="6867144"/>
          </a:xfrm>
          <a:prstGeom prst="rect">
            <a:avLst/>
          </a:prstGeom>
        </p:spPr>
      </p:pic>
      <p:sp>
        <p:nvSpPr>
          <p:cNvPr id="2" name="Rounded Rectangle 16">
            <a:extLst>
              <a:ext uri="{FF2B5EF4-FFF2-40B4-BE49-F238E27FC236}">
                <a16:creationId xmlns:a16="http://schemas.microsoft.com/office/drawing/2014/main" id="{3EE8CBDC-EB06-2158-179E-1BF0DD317613}"/>
              </a:ext>
              <a:ext uri="{C183D7F6-B498-43B3-948B-1728B52AA6E4}">
                <adec:decorative xmlns:adec="http://schemas.microsoft.com/office/drawing/2017/decorative" val="1"/>
              </a:ext>
            </a:extLst>
          </p:cNvPr>
          <p:cNvSpPr/>
          <p:nvPr userDrawn="1"/>
        </p:nvSpPr>
        <p:spPr>
          <a:xfrm>
            <a:off x="549275" y="1798638"/>
            <a:ext cx="2632075" cy="4386262"/>
          </a:xfrm>
          <a:prstGeom prst="roundRect">
            <a:avLst>
              <a:gd name="adj" fmla="val 5211"/>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6" name="Rounded Rectangle 16">
            <a:extLst>
              <a:ext uri="{FF2B5EF4-FFF2-40B4-BE49-F238E27FC236}">
                <a16:creationId xmlns:a16="http://schemas.microsoft.com/office/drawing/2014/main" id="{15F938E9-E97B-BD50-2F3E-545AEFFF8F76}"/>
              </a:ext>
              <a:ext uri="{C183D7F6-B498-43B3-948B-1728B52AA6E4}">
                <adec:decorative xmlns:adec="http://schemas.microsoft.com/office/drawing/2017/decorative" val="1"/>
              </a:ext>
            </a:extLst>
          </p:cNvPr>
          <p:cNvSpPr/>
          <p:nvPr userDrawn="1"/>
        </p:nvSpPr>
        <p:spPr>
          <a:xfrm>
            <a:off x="3371592" y="1798638"/>
            <a:ext cx="2632075" cy="4386262"/>
          </a:xfrm>
          <a:prstGeom prst="roundRect">
            <a:avLst>
              <a:gd name="adj" fmla="val 5211"/>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8" name="Rounded Rectangle 16">
            <a:extLst>
              <a:ext uri="{FF2B5EF4-FFF2-40B4-BE49-F238E27FC236}">
                <a16:creationId xmlns:a16="http://schemas.microsoft.com/office/drawing/2014/main" id="{9E1AF0A9-A8DF-B3AD-4061-1F3DB9326DFE}"/>
              </a:ext>
              <a:ext uri="{C183D7F6-B498-43B3-948B-1728B52AA6E4}">
                <adec:decorative xmlns:adec="http://schemas.microsoft.com/office/drawing/2017/decorative" val="1"/>
              </a:ext>
            </a:extLst>
          </p:cNvPr>
          <p:cNvSpPr/>
          <p:nvPr userDrawn="1"/>
        </p:nvSpPr>
        <p:spPr>
          <a:xfrm>
            <a:off x="6188075" y="1798638"/>
            <a:ext cx="2632075" cy="4386262"/>
          </a:xfrm>
          <a:prstGeom prst="roundRect">
            <a:avLst>
              <a:gd name="adj" fmla="val 5211"/>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9" name="Rounded Rectangle 16">
            <a:extLst>
              <a:ext uri="{FF2B5EF4-FFF2-40B4-BE49-F238E27FC236}">
                <a16:creationId xmlns:a16="http://schemas.microsoft.com/office/drawing/2014/main" id="{33FE0F91-10BC-3B92-D08D-4016B7BCE70D}"/>
              </a:ext>
              <a:ext uri="{C183D7F6-B498-43B3-948B-1728B52AA6E4}">
                <adec:decorative xmlns:adec="http://schemas.microsoft.com/office/drawing/2017/decorative" val="1"/>
              </a:ext>
            </a:extLst>
          </p:cNvPr>
          <p:cNvSpPr/>
          <p:nvPr userDrawn="1"/>
        </p:nvSpPr>
        <p:spPr>
          <a:xfrm>
            <a:off x="9004300" y="1798638"/>
            <a:ext cx="2632075" cy="4386262"/>
          </a:xfrm>
          <a:prstGeom prst="roundRect">
            <a:avLst>
              <a:gd name="adj" fmla="val 5211"/>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29" name="Title Placeholder 1">
            <a:extLst>
              <a:ext uri="{FF2B5EF4-FFF2-40B4-BE49-F238E27FC236}">
                <a16:creationId xmlns:a16="http://schemas.microsoft.com/office/drawing/2014/main" id="{C3D71E33-7D25-B094-C82C-4B6E29E12FFC}"/>
              </a:ext>
            </a:extLst>
          </p:cNvPr>
          <p:cNvSpPr>
            <a:spLocks noGrp="1"/>
          </p:cNvSpPr>
          <p:nvPr>
            <p:ph type="title"/>
          </p:nvPr>
        </p:nvSpPr>
        <p:spPr>
          <a:xfrm>
            <a:off x="548640" y="530352"/>
            <a:ext cx="11091672" cy="594360"/>
          </a:xfrm>
          <a:prstGeom prst="rect">
            <a:avLst/>
          </a:prstGeom>
        </p:spPr>
        <p:txBody>
          <a:bodyPr vert="horz" lIns="0" tIns="0" rIns="0" bIns="0" rtlCol="0" anchor="t" anchorCtr="0">
            <a:noAutofit/>
          </a:bodyPr>
          <a:lstStyle>
            <a:lvl1pPr>
              <a:defRPr b="1">
                <a:solidFill>
                  <a:schemeClr val="bg1"/>
                </a:solidFill>
              </a:defRPr>
            </a:lvl1pPr>
          </a:lstStyle>
          <a:p>
            <a:pPr lvl="0"/>
            <a:endParaRPr lang="en-US"/>
          </a:p>
        </p:txBody>
      </p:sp>
      <p:sp>
        <p:nvSpPr>
          <p:cNvPr id="4" name="Subtitle 2">
            <a:extLst>
              <a:ext uri="{FF2B5EF4-FFF2-40B4-BE49-F238E27FC236}">
                <a16:creationId xmlns:a16="http://schemas.microsoft.com/office/drawing/2014/main" id="{2C7ED23F-63A7-4A1C-CDF8-9DA57957808E}"/>
              </a:ext>
            </a:extLst>
          </p:cNvPr>
          <p:cNvSpPr>
            <a:spLocks noGrp="1"/>
          </p:cNvSpPr>
          <p:nvPr>
            <p:ph type="subTitle" idx="1"/>
          </p:nvPr>
        </p:nvSpPr>
        <p:spPr>
          <a:xfrm>
            <a:off x="548640" y="1097279"/>
            <a:ext cx="11091545" cy="697459"/>
          </a:xfrm>
          <a:prstGeom prst="rect">
            <a:avLst/>
          </a:prstGeom>
        </p:spPr>
        <p:txBody>
          <a:bodyPr/>
          <a:lstStyle>
            <a:lvl1pPr marL="0" indent="0" algn="l">
              <a:lnSpc>
                <a:spcPct val="90000"/>
              </a:lnSpc>
              <a:buNone/>
              <a:defRPr sz="2000">
                <a:solidFill>
                  <a:schemeClr val="bg1"/>
                </a:solidFill>
                <a:latin typeface="ServiceNow Sans" panose="020B05040401010101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15">
            <a:extLst>
              <a:ext uri="{FF2B5EF4-FFF2-40B4-BE49-F238E27FC236}">
                <a16:creationId xmlns:a16="http://schemas.microsoft.com/office/drawing/2014/main" id="{C2673F96-0AAE-0AA8-C011-6D27ABFFA5A9}"/>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10" name="Slide Number Placeholder 5">
            <a:extLst>
              <a:ext uri="{FF2B5EF4-FFF2-40B4-BE49-F238E27FC236}">
                <a16:creationId xmlns:a16="http://schemas.microsoft.com/office/drawing/2014/main" id="{286FD101-1142-066B-38EF-ABD93761A79A}"/>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11" name="Text Placeholder 12">
            <a:extLst>
              <a:ext uri="{FF2B5EF4-FFF2-40B4-BE49-F238E27FC236}">
                <a16:creationId xmlns:a16="http://schemas.microsoft.com/office/drawing/2014/main" id="{C7B22AEA-E6E0-10EA-972B-60C41CD542B4}"/>
              </a:ext>
            </a:extLst>
          </p:cNvPr>
          <p:cNvSpPr>
            <a:spLocks noGrp="1"/>
          </p:cNvSpPr>
          <p:nvPr>
            <p:ph type="body" sz="quarter" idx="20"/>
          </p:nvPr>
        </p:nvSpPr>
        <p:spPr>
          <a:xfrm>
            <a:off x="549275" y="1798638"/>
            <a:ext cx="2632075" cy="868362"/>
          </a:xfrm>
          <a:prstGeom prst="rect">
            <a:avLst/>
          </a:prstGeom>
        </p:spPr>
        <p:txBody>
          <a:bodyPr lIns="182880" rIns="182880" bIns="109728" anchor="b"/>
          <a:lstStyle>
            <a:lvl1pPr>
              <a:defRPr lang="en-US" sz="19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13" name="Text Placeholder 12">
            <a:extLst>
              <a:ext uri="{FF2B5EF4-FFF2-40B4-BE49-F238E27FC236}">
                <a16:creationId xmlns:a16="http://schemas.microsoft.com/office/drawing/2014/main" id="{1172D26B-E764-2AD3-5B66-77526F922A00}"/>
              </a:ext>
            </a:extLst>
          </p:cNvPr>
          <p:cNvSpPr>
            <a:spLocks noGrp="1"/>
          </p:cNvSpPr>
          <p:nvPr>
            <p:ph type="body" sz="quarter" idx="24"/>
          </p:nvPr>
        </p:nvSpPr>
        <p:spPr>
          <a:xfrm>
            <a:off x="3370206" y="1798638"/>
            <a:ext cx="2632213" cy="868362"/>
          </a:xfrm>
          <a:prstGeom prst="rect">
            <a:avLst/>
          </a:prstGeom>
        </p:spPr>
        <p:txBody>
          <a:bodyPr lIns="182880" rIns="182880" bIns="109728" anchor="b"/>
          <a:lstStyle>
            <a:lvl1pPr>
              <a:defRPr lang="en-US" sz="19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14" name="Text Placeholder 12">
            <a:extLst>
              <a:ext uri="{FF2B5EF4-FFF2-40B4-BE49-F238E27FC236}">
                <a16:creationId xmlns:a16="http://schemas.microsoft.com/office/drawing/2014/main" id="{76DF36E0-17E8-D376-BEC6-4129110E6853}"/>
              </a:ext>
            </a:extLst>
          </p:cNvPr>
          <p:cNvSpPr>
            <a:spLocks noGrp="1"/>
          </p:cNvSpPr>
          <p:nvPr>
            <p:ph type="body" sz="quarter" idx="25"/>
          </p:nvPr>
        </p:nvSpPr>
        <p:spPr>
          <a:xfrm>
            <a:off x="6191137" y="1798638"/>
            <a:ext cx="2633473" cy="868362"/>
          </a:xfrm>
          <a:prstGeom prst="rect">
            <a:avLst/>
          </a:prstGeom>
        </p:spPr>
        <p:txBody>
          <a:bodyPr lIns="182880" rIns="182880" bIns="109728" anchor="b"/>
          <a:lstStyle>
            <a:lvl1pPr>
              <a:defRPr lang="en-US" sz="19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21" name="Text Placeholder 12">
            <a:extLst>
              <a:ext uri="{FF2B5EF4-FFF2-40B4-BE49-F238E27FC236}">
                <a16:creationId xmlns:a16="http://schemas.microsoft.com/office/drawing/2014/main" id="{A3ED623B-E2B3-F322-58B4-8269A5C53E49}"/>
              </a:ext>
            </a:extLst>
          </p:cNvPr>
          <p:cNvSpPr>
            <a:spLocks noGrp="1"/>
          </p:cNvSpPr>
          <p:nvPr>
            <p:ph type="body" sz="quarter" idx="26"/>
          </p:nvPr>
        </p:nvSpPr>
        <p:spPr>
          <a:xfrm>
            <a:off x="9012067" y="1798638"/>
            <a:ext cx="2633472" cy="868362"/>
          </a:xfrm>
          <a:prstGeom prst="rect">
            <a:avLst/>
          </a:prstGeom>
        </p:spPr>
        <p:txBody>
          <a:bodyPr lIns="182880" rIns="182880" bIns="109728" anchor="b"/>
          <a:lstStyle>
            <a:lvl1pPr>
              <a:defRPr lang="en-US" sz="19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3" name="Text Placeholder 10">
            <a:extLst>
              <a:ext uri="{FF2B5EF4-FFF2-40B4-BE49-F238E27FC236}">
                <a16:creationId xmlns:a16="http://schemas.microsoft.com/office/drawing/2014/main" id="{F379B356-D925-A151-C5F6-2148FB4B20D4}"/>
              </a:ext>
            </a:extLst>
          </p:cNvPr>
          <p:cNvSpPr>
            <a:spLocks noGrp="1"/>
          </p:cNvSpPr>
          <p:nvPr>
            <p:ph type="body" sz="quarter" idx="19"/>
          </p:nvPr>
        </p:nvSpPr>
        <p:spPr>
          <a:xfrm>
            <a:off x="549275" y="2667000"/>
            <a:ext cx="2633472" cy="3520440"/>
          </a:xfrm>
        </p:spPr>
        <p:txBody>
          <a:bodyPr lIns="182880" tIns="0" rIns="182880" b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E7F31F01-9D75-E6E1-71D2-C8C56CFDC2A0}"/>
              </a:ext>
            </a:extLst>
          </p:cNvPr>
          <p:cNvSpPr>
            <a:spLocks noGrp="1"/>
          </p:cNvSpPr>
          <p:nvPr>
            <p:ph type="body" sz="quarter" idx="30"/>
          </p:nvPr>
        </p:nvSpPr>
        <p:spPr>
          <a:xfrm>
            <a:off x="3370206" y="2667000"/>
            <a:ext cx="2633472" cy="3520440"/>
          </a:xfrm>
        </p:spPr>
        <p:txBody>
          <a:bodyPr lIns="182880" tIns="0" rIns="182880" b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9EDA602-37E5-70CA-4209-5018B996F0DA}"/>
              </a:ext>
            </a:extLst>
          </p:cNvPr>
          <p:cNvSpPr>
            <a:spLocks noGrp="1"/>
          </p:cNvSpPr>
          <p:nvPr>
            <p:ph type="body" sz="quarter" idx="21"/>
          </p:nvPr>
        </p:nvSpPr>
        <p:spPr>
          <a:xfrm>
            <a:off x="6191137" y="2667000"/>
            <a:ext cx="2633472" cy="3520440"/>
          </a:xfrm>
        </p:spPr>
        <p:txBody>
          <a:bodyPr lIns="182880" tIns="0" rIns="182880" b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ED7D9930-8BCD-E650-7488-F2685A663E06}"/>
              </a:ext>
            </a:extLst>
          </p:cNvPr>
          <p:cNvSpPr>
            <a:spLocks noGrp="1"/>
          </p:cNvSpPr>
          <p:nvPr>
            <p:ph type="body" sz="quarter" idx="22"/>
          </p:nvPr>
        </p:nvSpPr>
        <p:spPr>
          <a:xfrm>
            <a:off x="9012067" y="2667000"/>
            <a:ext cx="2633472" cy="3520440"/>
          </a:xfrm>
        </p:spPr>
        <p:txBody>
          <a:bodyPr lIns="182880" tIns="0" rIns="182880" b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7">
            <a:extLst>
              <a:ext uri="{FF2B5EF4-FFF2-40B4-BE49-F238E27FC236}">
                <a16:creationId xmlns:a16="http://schemas.microsoft.com/office/drawing/2014/main" id="{555658C7-4DC5-4FC4-0E90-B890C520F2D6}"/>
              </a:ext>
            </a:extLst>
          </p:cNvPr>
          <p:cNvSpPr>
            <a:spLocks noGrp="1"/>
          </p:cNvSpPr>
          <p:nvPr>
            <p:ph type="body" sz="quarter" idx="11" hasCustomPrompt="1"/>
          </p:nvPr>
        </p:nvSpPr>
        <p:spPr>
          <a:xfrm>
            <a:off x="1828798" y="6468451"/>
            <a:ext cx="9253538" cy="109728"/>
          </a:xfrm>
        </p:spPr>
        <p:txBody>
          <a:bodyPr anchor="b"/>
          <a:lstStyle>
            <a:lvl1pPr>
              <a:defRPr sz="800"/>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639254312"/>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lumns with Cards">
    <p:bg>
      <p:bgPr>
        <a:solidFill>
          <a:srgbClr val="F2F2F2"/>
        </a:solidFill>
        <a:effectLst/>
      </p:bgPr>
    </p:bg>
    <p:spTree>
      <p:nvGrpSpPr>
        <p:cNvPr id="1" name=""/>
        <p:cNvGrpSpPr/>
        <p:nvPr/>
      </p:nvGrpSpPr>
      <p:grpSpPr>
        <a:xfrm>
          <a:off x="0" y="0"/>
          <a:ext cx="0" cy="0"/>
          <a:chOff x="0" y="0"/>
          <a:chExt cx="0" cy="0"/>
        </a:xfrm>
      </p:grpSpPr>
      <p:pic>
        <p:nvPicPr>
          <p:cNvPr id="2" name="Picture 1" descr="A blue and green background&#10;&#10;AI-generated content may be incorrect.">
            <a:extLst>
              <a:ext uri="{FF2B5EF4-FFF2-40B4-BE49-F238E27FC236}">
                <a16:creationId xmlns:a16="http://schemas.microsoft.com/office/drawing/2014/main" id="{648298D7-7997-1A04-8611-F0C1F69621E8}"/>
              </a:ext>
            </a:extLst>
          </p:cNvPr>
          <p:cNvPicPr>
            <a:picLocks noGrp="1" noRot="1" noMove="1" noResize="1" noEditPoints="1" noAdjustHandles="1" noChangeArrowheads="1" noChangeShapeType="1" noCrop="1"/>
          </p:cNvPicPr>
          <p:nvPr userDrawn="1"/>
        </p:nvPicPr>
        <p:blipFill>
          <a:blip r:embed="rId2"/>
          <a:stretch>
            <a:fillRect/>
          </a:stretch>
        </p:blipFill>
        <p:spPr>
          <a:xfrm>
            <a:off x="0" y="0"/>
            <a:ext cx="12190415" cy="6867144"/>
          </a:xfrm>
          <a:prstGeom prst="rect">
            <a:avLst/>
          </a:prstGeom>
        </p:spPr>
      </p:pic>
      <p:pic>
        <p:nvPicPr>
          <p:cNvPr id="6" name="Picture 15">
            <a:extLst>
              <a:ext uri="{FF2B5EF4-FFF2-40B4-BE49-F238E27FC236}">
                <a16:creationId xmlns:a16="http://schemas.microsoft.com/office/drawing/2014/main" id="{8BAE4333-10B4-3022-D199-81C8A136C3A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7" name="Slide Number Placeholder 5">
            <a:extLst>
              <a:ext uri="{FF2B5EF4-FFF2-40B4-BE49-F238E27FC236}">
                <a16:creationId xmlns:a16="http://schemas.microsoft.com/office/drawing/2014/main" id="{F406E669-3B3C-E6BD-2018-D108314907BE}"/>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26" name="Rounded Rectangle 25">
            <a:extLst>
              <a:ext uri="{FF2B5EF4-FFF2-40B4-BE49-F238E27FC236}">
                <a16:creationId xmlns:a16="http://schemas.microsoft.com/office/drawing/2014/main" id="{3500F3DC-A762-3559-288D-E8A708B58282}"/>
              </a:ext>
            </a:extLst>
          </p:cNvPr>
          <p:cNvSpPr/>
          <p:nvPr userDrawn="1"/>
        </p:nvSpPr>
        <p:spPr>
          <a:xfrm>
            <a:off x="548512" y="1790700"/>
            <a:ext cx="2052913" cy="4394199"/>
          </a:xfrm>
          <a:prstGeom prst="roundRect">
            <a:avLst>
              <a:gd name="adj" fmla="val 7014"/>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11" name="Text Placeholder 12">
            <a:extLst>
              <a:ext uri="{FF2B5EF4-FFF2-40B4-BE49-F238E27FC236}">
                <a16:creationId xmlns:a16="http://schemas.microsoft.com/office/drawing/2014/main" id="{C7B22AEA-E6E0-10EA-972B-60C41CD542B4}"/>
              </a:ext>
            </a:extLst>
          </p:cNvPr>
          <p:cNvSpPr>
            <a:spLocks noGrp="1"/>
          </p:cNvSpPr>
          <p:nvPr>
            <p:ph type="body" sz="quarter" idx="20"/>
          </p:nvPr>
        </p:nvSpPr>
        <p:spPr>
          <a:xfrm>
            <a:off x="552451" y="1943101"/>
            <a:ext cx="2058165" cy="723899"/>
          </a:xfrm>
          <a:prstGeom prst="rect">
            <a:avLst/>
          </a:prstGeom>
        </p:spPr>
        <p:txBody>
          <a:bodyPr lIns="182880" rIns="182880" bIns="109728" anchor="b"/>
          <a:lstStyle>
            <a:lvl1pPr>
              <a:defRPr lang="en-US" sz="16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3" name="Text Placeholder 10">
            <a:extLst>
              <a:ext uri="{FF2B5EF4-FFF2-40B4-BE49-F238E27FC236}">
                <a16:creationId xmlns:a16="http://schemas.microsoft.com/office/drawing/2014/main" id="{F379B356-D925-A151-C5F6-2148FB4B20D4}"/>
              </a:ext>
            </a:extLst>
          </p:cNvPr>
          <p:cNvSpPr>
            <a:spLocks noGrp="1"/>
          </p:cNvSpPr>
          <p:nvPr>
            <p:ph type="body" sz="quarter" idx="19"/>
          </p:nvPr>
        </p:nvSpPr>
        <p:spPr>
          <a:xfrm>
            <a:off x="552451" y="2667000"/>
            <a:ext cx="2058165" cy="3365502"/>
          </a:xfrm>
        </p:spPr>
        <p:txBody>
          <a:bodyPr lIns="182880" tIns="0" rIns="182880" bIns="274320"/>
          <a:lstStyle>
            <a:lvl1pPr>
              <a:defRPr sz="1200">
                <a:solidFill>
                  <a:schemeClr val="bg1"/>
                </a:solidFill>
              </a:defRPr>
            </a:lvl1pPr>
            <a:lvl2pPr marL="0" indent="0">
              <a:buNone/>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7">
            <a:extLst>
              <a:ext uri="{FF2B5EF4-FFF2-40B4-BE49-F238E27FC236}">
                <a16:creationId xmlns:a16="http://schemas.microsoft.com/office/drawing/2014/main" id="{555658C7-4DC5-4FC4-0E90-B890C520F2D6}"/>
              </a:ext>
            </a:extLst>
          </p:cNvPr>
          <p:cNvSpPr>
            <a:spLocks noGrp="1"/>
          </p:cNvSpPr>
          <p:nvPr>
            <p:ph type="body" sz="quarter" idx="11" hasCustomPrompt="1"/>
          </p:nvPr>
        </p:nvSpPr>
        <p:spPr>
          <a:xfrm>
            <a:off x="1828798" y="6468451"/>
            <a:ext cx="9253538" cy="109728"/>
          </a:xfrm>
        </p:spPr>
        <p:txBody>
          <a:bodyPr anchor="b"/>
          <a:lstStyle>
            <a:lvl1pPr>
              <a:defRPr sz="800">
                <a:solidFill>
                  <a:schemeClr val="bg1"/>
                </a:solidFill>
              </a:defRPr>
            </a:lvl1pPr>
            <a:lvl2pPr>
              <a:defRPr sz="600"/>
            </a:lvl2pPr>
            <a:lvl3pPr>
              <a:defRPr sz="600"/>
            </a:lvl3pPr>
            <a:lvl4pPr>
              <a:defRPr sz="600"/>
            </a:lvl4pPr>
            <a:lvl5pPr>
              <a:defRPr sz="600"/>
            </a:lvl5pPr>
          </a:lstStyle>
          <a:p>
            <a:pPr lvl="0"/>
            <a:r>
              <a:rPr lang="en-US"/>
              <a:t>Footer</a:t>
            </a:r>
          </a:p>
        </p:txBody>
      </p:sp>
      <p:sp>
        <p:nvSpPr>
          <p:cNvPr id="5" name="Rounded Rectangle 28">
            <a:extLst>
              <a:ext uri="{FF2B5EF4-FFF2-40B4-BE49-F238E27FC236}">
                <a16:creationId xmlns:a16="http://schemas.microsoft.com/office/drawing/2014/main" id="{867EA870-9BF1-7826-4747-AB73C76BCCB0}"/>
              </a:ext>
            </a:extLst>
          </p:cNvPr>
          <p:cNvSpPr/>
          <p:nvPr userDrawn="1"/>
        </p:nvSpPr>
        <p:spPr>
          <a:xfrm>
            <a:off x="2802763" y="1790700"/>
            <a:ext cx="2067094" cy="4394199"/>
          </a:xfrm>
          <a:prstGeom prst="roundRect">
            <a:avLst>
              <a:gd name="adj" fmla="val 6966"/>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18" name="Text Placeholder 12">
            <a:extLst>
              <a:ext uri="{FF2B5EF4-FFF2-40B4-BE49-F238E27FC236}">
                <a16:creationId xmlns:a16="http://schemas.microsoft.com/office/drawing/2014/main" id="{D74BC01F-94C0-639D-6501-E89063E9F4F0}"/>
              </a:ext>
            </a:extLst>
          </p:cNvPr>
          <p:cNvSpPr>
            <a:spLocks noGrp="1"/>
          </p:cNvSpPr>
          <p:nvPr>
            <p:ph type="body" sz="quarter" idx="21"/>
          </p:nvPr>
        </p:nvSpPr>
        <p:spPr>
          <a:xfrm>
            <a:off x="2811188" y="1943101"/>
            <a:ext cx="2058165" cy="723899"/>
          </a:xfrm>
          <a:prstGeom prst="rect">
            <a:avLst/>
          </a:prstGeom>
        </p:spPr>
        <p:txBody>
          <a:bodyPr lIns="182880" rIns="182880" bIns="109728" anchor="b"/>
          <a:lstStyle>
            <a:lvl1pPr>
              <a:defRPr lang="en-US" sz="16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20" name="Text Placeholder 10">
            <a:extLst>
              <a:ext uri="{FF2B5EF4-FFF2-40B4-BE49-F238E27FC236}">
                <a16:creationId xmlns:a16="http://schemas.microsoft.com/office/drawing/2014/main" id="{DA534E40-6332-E6B2-283D-1A6B7B9832EF}"/>
              </a:ext>
            </a:extLst>
          </p:cNvPr>
          <p:cNvSpPr>
            <a:spLocks noGrp="1"/>
          </p:cNvSpPr>
          <p:nvPr>
            <p:ph type="body" sz="quarter" idx="22"/>
          </p:nvPr>
        </p:nvSpPr>
        <p:spPr>
          <a:xfrm>
            <a:off x="2811188" y="2667000"/>
            <a:ext cx="2058165" cy="3365502"/>
          </a:xfrm>
        </p:spPr>
        <p:txBody>
          <a:bodyPr lIns="182880" tIns="0" rIns="182880" bIns="274320"/>
          <a:lstStyle>
            <a:lvl1pPr>
              <a:defRPr sz="1200">
                <a:solidFill>
                  <a:schemeClr val="bg1"/>
                </a:solidFill>
              </a:defRPr>
            </a:lvl1pPr>
            <a:lvl2pPr marL="0" indent="0">
              <a:buNone/>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Rounded Rectangle 29">
            <a:extLst>
              <a:ext uri="{FF2B5EF4-FFF2-40B4-BE49-F238E27FC236}">
                <a16:creationId xmlns:a16="http://schemas.microsoft.com/office/drawing/2014/main" id="{93316872-7BA4-FE3B-998A-F1A9F8D87256}"/>
              </a:ext>
            </a:extLst>
          </p:cNvPr>
          <p:cNvSpPr/>
          <p:nvPr userDrawn="1"/>
        </p:nvSpPr>
        <p:spPr>
          <a:xfrm>
            <a:off x="5061500" y="1790700"/>
            <a:ext cx="2066590" cy="4394199"/>
          </a:xfrm>
          <a:prstGeom prst="roundRect">
            <a:avLst>
              <a:gd name="adj" fmla="val 6968"/>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27" name="Text Placeholder 12">
            <a:extLst>
              <a:ext uri="{FF2B5EF4-FFF2-40B4-BE49-F238E27FC236}">
                <a16:creationId xmlns:a16="http://schemas.microsoft.com/office/drawing/2014/main" id="{25E1054A-DD37-B305-6FF1-F4E7EE3889CF}"/>
              </a:ext>
            </a:extLst>
          </p:cNvPr>
          <p:cNvSpPr>
            <a:spLocks noGrp="1"/>
          </p:cNvSpPr>
          <p:nvPr>
            <p:ph type="body" sz="quarter" idx="23"/>
          </p:nvPr>
        </p:nvSpPr>
        <p:spPr>
          <a:xfrm>
            <a:off x="5069925" y="1943101"/>
            <a:ext cx="2058165" cy="723899"/>
          </a:xfrm>
          <a:prstGeom prst="rect">
            <a:avLst/>
          </a:prstGeom>
        </p:spPr>
        <p:txBody>
          <a:bodyPr lIns="182880" rIns="182880" bIns="109728" anchor="b"/>
          <a:lstStyle>
            <a:lvl1pPr>
              <a:defRPr lang="en-US" sz="16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28" name="Text Placeholder 10">
            <a:extLst>
              <a:ext uri="{FF2B5EF4-FFF2-40B4-BE49-F238E27FC236}">
                <a16:creationId xmlns:a16="http://schemas.microsoft.com/office/drawing/2014/main" id="{5582CC5D-6B9E-40F4-AB11-56905F1703CA}"/>
              </a:ext>
            </a:extLst>
          </p:cNvPr>
          <p:cNvSpPr>
            <a:spLocks noGrp="1"/>
          </p:cNvSpPr>
          <p:nvPr>
            <p:ph type="body" sz="quarter" idx="24"/>
          </p:nvPr>
        </p:nvSpPr>
        <p:spPr>
          <a:xfrm>
            <a:off x="5069925" y="2667000"/>
            <a:ext cx="2058165" cy="3365502"/>
          </a:xfrm>
        </p:spPr>
        <p:txBody>
          <a:bodyPr lIns="182880" tIns="0" rIns="182880" bIns="274320"/>
          <a:lstStyle>
            <a:lvl1pPr>
              <a:defRPr sz="1200">
                <a:solidFill>
                  <a:schemeClr val="bg1"/>
                </a:solidFill>
              </a:defRPr>
            </a:lvl1pPr>
            <a:lvl2pPr marL="0" indent="0">
              <a:buNone/>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Rounded Rectangle 31">
            <a:extLst>
              <a:ext uri="{FF2B5EF4-FFF2-40B4-BE49-F238E27FC236}">
                <a16:creationId xmlns:a16="http://schemas.microsoft.com/office/drawing/2014/main" id="{AF6E703E-EAE8-65EF-06A2-D818E3EB1168}"/>
              </a:ext>
            </a:extLst>
          </p:cNvPr>
          <p:cNvSpPr/>
          <p:nvPr userDrawn="1"/>
        </p:nvSpPr>
        <p:spPr>
          <a:xfrm>
            <a:off x="7320237" y="1790700"/>
            <a:ext cx="2055851" cy="4394199"/>
          </a:xfrm>
          <a:prstGeom prst="roundRect">
            <a:avLst>
              <a:gd name="adj" fmla="val 7004"/>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31" name="Text Placeholder 12">
            <a:extLst>
              <a:ext uri="{FF2B5EF4-FFF2-40B4-BE49-F238E27FC236}">
                <a16:creationId xmlns:a16="http://schemas.microsoft.com/office/drawing/2014/main" id="{1264252D-6B2D-1A87-77DF-B86F8103E629}"/>
              </a:ext>
            </a:extLst>
          </p:cNvPr>
          <p:cNvSpPr>
            <a:spLocks noGrp="1"/>
          </p:cNvSpPr>
          <p:nvPr>
            <p:ph type="body" sz="quarter" idx="25"/>
          </p:nvPr>
        </p:nvSpPr>
        <p:spPr>
          <a:xfrm>
            <a:off x="7328662" y="1943101"/>
            <a:ext cx="2058165" cy="723899"/>
          </a:xfrm>
          <a:prstGeom prst="rect">
            <a:avLst/>
          </a:prstGeom>
        </p:spPr>
        <p:txBody>
          <a:bodyPr lIns="182880" rIns="182880" bIns="109728" anchor="b"/>
          <a:lstStyle>
            <a:lvl1pPr>
              <a:defRPr lang="en-US" sz="16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33" name="Text Placeholder 10">
            <a:extLst>
              <a:ext uri="{FF2B5EF4-FFF2-40B4-BE49-F238E27FC236}">
                <a16:creationId xmlns:a16="http://schemas.microsoft.com/office/drawing/2014/main" id="{0D4DBEA6-58BE-14E6-E024-90FE5BD5440D}"/>
              </a:ext>
            </a:extLst>
          </p:cNvPr>
          <p:cNvSpPr>
            <a:spLocks noGrp="1"/>
          </p:cNvSpPr>
          <p:nvPr>
            <p:ph type="body" sz="quarter" idx="26"/>
          </p:nvPr>
        </p:nvSpPr>
        <p:spPr>
          <a:xfrm>
            <a:off x="7328662" y="2667000"/>
            <a:ext cx="2058165" cy="3365502"/>
          </a:xfrm>
        </p:spPr>
        <p:txBody>
          <a:bodyPr lIns="182880" tIns="0" rIns="182880" bIns="274320"/>
          <a:lstStyle>
            <a:lvl1pPr>
              <a:defRPr sz="1200">
                <a:solidFill>
                  <a:schemeClr val="bg1"/>
                </a:solidFill>
              </a:defRPr>
            </a:lvl1pPr>
            <a:lvl2pPr marL="0" indent="0">
              <a:buNone/>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Rounded Rectangle 33">
            <a:extLst>
              <a:ext uri="{FF2B5EF4-FFF2-40B4-BE49-F238E27FC236}">
                <a16:creationId xmlns:a16="http://schemas.microsoft.com/office/drawing/2014/main" id="{0A4763AD-0ACF-AD80-92E7-DC26C88780B4}"/>
              </a:ext>
            </a:extLst>
          </p:cNvPr>
          <p:cNvSpPr/>
          <p:nvPr userDrawn="1"/>
        </p:nvSpPr>
        <p:spPr>
          <a:xfrm>
            <a:off x="9579715" y="1790700"/>
            <a:ext cx="2056659" cy="4394199"/>
          </a:xfrm>
          <a:prstGeom prst="roundRect">
            <a:avLst>
              <a:gd name="adj" fmla="val 7002"/>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35" name="Text Placeholder 12">
            <a:extLst>
              <a:ext uri="{FF2B5EF4-FFF2-40B4-BE49-F238E27FC236}">
                <a16:creationId xmlns:a16="http://schemas.microsoft.com/office/drawing/2014/main" id="{86D5C7AF-C437-8CFC-B6FB-E3F13EFF588E}"/>
              </a:ext>
            </a:extLst>
          </p:cNvPr>
          <p:cNvSpPr>
            <a:spLocks noGrp="1"/>
          </p:cNvSpPr>
          <p:nvPr>
            <p:ph type="body" sz="quarter" idx="27"/>
          </p:nvPr>
        </p:nvSpPr>
        <p:spPr>
          <a:xfrm>
            <a:off x="9587401" y="1943101"/>
            <a:ext cx="2058165" cy="723899"/>
          </a:xfrm>
          <a:prstGeom prst="rect">
            <a:avLst/>
          </a:prstGeom>
        </p:spPr>
        <p:txBody>
          <a:bodyPr lIns="182880" rIns="182880" bIns="109728" anchor="b"/>
          <a:lstStyle>
            <a:lvl1pPr>
              <a:defRPr lang="en-US" sz="16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36" name="Text Placeholder 10">
            <a:extLst>
              <a:ext uri="{FF2B5EF4-FFF2-40B4-BE49-F238E27FC236}">
                <a16:creationId xmlns:a16="http://schemas.microsoft.com/office/drawing/2014/main" id="{23E141AE-9DE9-63A4-293B-406CED58B5D3}"/>
              </a:ext>
            </a:extLst>
          </p:cNvPr>
          <p:cNvSpPr>
            <a:spLocks noGrp="1"/>
          </p:cNvSpPr>
          <p:nvPr>
            <p:ph type="body" sz="quarter" idx="28"/>
          </p:nvPr>
        </p:nvSpPr>
        <p:spPr>
          <a:xfrm>
            <a:off x="9587401" y="2667000"/>
            <a:ext cx="2058165" cy="3365502"/>
          </a:xfrm>
        </p:spPr>
        <p:txBody>
          <a:bodyPr lIns="182880" tIns="0" rIns="182880" bIns="274320"/>
          <a:lstStyle>
            <a:lvl1pPr>
              <a:defRPr sz="1200">
                <a:solidFill>
                  <a:schemeClr val="bg1"/>
                </a:solidFill>
              </a:defRPr>
            </a:lvl1pPr>
            <a:lvl2pPr marL="0" indent="0">
              <a:buNone/>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itle Placeholder 1">
            <a:extLst>
              <a:ext uri="{FF2B5EF4-FFF2-40B4-BE49-F238E27FC236}">
                <a16:creationId xmlns:a16="http://schemas.microsoft.com/office/drawing/2014/main" id="{C3D71E33-7D25-B094-C82C-4B6E29E12FFC}"/>
              </a:ext>
            </a:extLst>
          </p:cNvPr>
          <p:cNvSpPr>
            <a:spLocks noGrp="1"/>
          </p:cNvSpPr>
          <p:nvPr>
            <p:ph type="title"/>
          </p:nvPr>
        </p:nvSpPr>
        <p:spPr>
          <a:xfrm>
            <a:off x="548640" y="530352"/>
            <a:ext cx="11091672" cy="594360"/>
          </a:xfrm>
          <a:prstGeom prst="rect">
            <a:avLst/>
          </a:prstGeom>
        </p:spPr>
        <p:txBody>
          <a:bodyPr vert="horz" lIns="0" tIns="0" rIns="0" bIns="0" rtlCol="0" anchor="t" anchorCtr="0">
            <a:noAutofit/>
          </a:bodyPr>
          <a:lstStyle>
            <a:lvl1pPr>
              <a:defRPr b="1">
                <a:solidFill>
                  <a:schemeClr val="bg1"/>
                </a:solidFill>
              </a:defRPr>
            </a:lvl1pPr>
          </a:lstStyle>
          <a:p>
            <a:pPr lvl="0"/>
            <a:endParaRPr lang="en-US"/>
          </a:p>
        </p:txBody>
      </p:sp>
      <p:sp>
        <p:nvSpPr>
          <p:cNvPr id="4" name="Subtitle 2">
            <a:extLst>
              <a:ext uri="{FF2B5EF4-FFF2-40B4-BE49-F238E27FC236}">
                <a16:creationId xmlns:a16="http://schemas.microsoft.com/office/drawing/2014/main" id="{2C7ED23F-63A7-4A1C-CDF8-9DA57957808E}"/>
              </a:ext>
            </a:extLst>
          </p:cNvPr>
          <p:cNvSpPr>
            <a:spLocks noGrp="1"/>
          </p:cNvSpPr>
          <p:nvPr>
            <p:ph type="subTitle" idx="1"/>
          </p:nvPr>
        </p:nvSpPr>
        <p:spPr>
          <a:xfrm>
            <a:off x="548640" y="1097279"/>
            <a:ext cx="11091545" cy="697459"/>
          </a:xfrm>
          <a:prstGeom prst="rect">
            <a:avLst/>
          </a:prstGeom>
        </p:spPr>
        <p:txBody>
          <a:bodyPr/>
          <a:lstStyle>
            <a:lvl1pPr marL="0" indent="0" algn="l">
              <a:lnSpc>
                <a:spcPct val="90000"/>
              </a:lnSpc>
              <a:buNone/>
              <a:defRPr sz="2000" b="0" i="0">
                <a:solidFill>
                  <a:schemeClr val="bg1"/>
                </a:solidFill>
                <a:latin typeface="ServiceNow Sans" panose="020B0504040101010104"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8027575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Groups with Cards">
    <p:bg>
      <p:bgPr>
        <a:solidFill>
          <a:srgbClr val="F2F2F2"/>
        </a:solidFill>
        <a:effectLst/>
      </p:bgPr>
    </p:bg>
    <p:spTree>
      <p:nvGrpSpPr>
        <p:cNvPr id="1" name=""/>
        <p:cNvGrpSpPr/>
        <p:nvPr/>
      </p:nvGrpSpPr>
      <p:grpSpPr>
        <a:xfrm>
          <a:off x="0" y="0"/>
          <a:ext cx="0" cy="0"/>
          <a:chOff x="0" y="0"/>
          <a:chExt cx="0" cy="0"/>
        </a:xfrm>
      </p:grpSpPr>
      <p:pic>
        <p:nvPicPr>
          <p:cNvPr id="8" name="Picture 7" descr="A blue and green background&#10;&#10;AI-generated content may be incorrect.">
            <a:extLst>
              <a:ext uri="{FF2B5EF4-FFF2-40B4-BE49-F238E27FC236}">
                <a16:creationId xmlns:a16="http://schemas.microsoft.com/office/drawing/2014/main" id="{5CC34EE0-4E1C-BD87-503E-EB2B9E5798A1}"/>
              </a:ext>
            </a:extLst>
          </p:cNvPr>
          <p:cNvPicPr>
            <a:picLocks noGrp="1" noRot="1" noMove="1" noResize="1" noEditPoints="1" noAdjustHandles="1" noChangeArrowheads="1" noChangeShapeType="1" noCrop="1"/>
          </p:cNvPicPr>
          <p:nvPr userDrawn="1"/>
        </p:nvPicPr>
        <p:blipFill>
          <a:blip r:embed="rId2"/>
          <a:stretch>
            <a:fillRect/>
          </a:stretch>
        </p:blipFill>
        <p:spPr>
          <a:xfrm>
            <a:off x="0" y="0"/>
            <a:ext cx="12190415" cy="6867144"/>
          </a:xfrm>
          <a:prstGeom prst="rect">
            <a:avLst/>
          </a:prstGeom>
        </p:spPr>
      </p:pic>
      <p:pic>
        <p:nvPicPr>
          <p:cNvPr id="9" name="Picture 15">
            <a:extLst>
              <a:ext uri="{FF2B5EF4-FFF2-40B4-BE49-F238E27FC236}">
                <a16:creationId xmlns:a16="http://schemas.microsoft.com/office/drawing/2014/main" id="{84792DB6-7232-C81D-0C86-A80AB5A39540}"/>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10" name="Slide Number Placeholder 5">
            <a:extLst>
              <a:ext uri="{FF2B5EF4-FFF2-40B4-BE49-F238E27FC236}">
                <a16:creationId xmlns:a16="http://schemas.microsoft.com/office/drawing/2014/main" id="{8C499338-732C-4808-1AD6-0F1E905E7F1B}"/>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7" name="Rounded Rectangle 25">
            <a:extLst>
              <a:ext uri="{FF2B5EF4-FFF2-40B4-BE49-F238E27FC236}">
                <a16:creationId xmlns:a16="http://schemas.microsoft.com/office/drawing/2014/main" id="{C0F296DC-1E1D-1AEB-8D62-78531EC0D345}"/>
              </a:ext>
            </a:extLst>
          </p:cNvPr>
          <p:cNvSpPr/>
          <p:nvPr userDrawn="1"/>
        </p:nvSpPr>
        <p:spPr>
          <a:xfrm>
            <a:off x="548512" y="1790701"/>
            <a:ext cx="5460176" cy="2127249"/>
          </a:xfrm>
          <a:prstGeom prst="roundRect">
            <a:avLst>
              <a:gd name="adj" fmla="val 6769"/>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2" name="Rounded Rectangle 25">
            <a:extLst>
              <a:ext uri="{FF2B5EF4-FFF2-40B4-BE49-F238E27FC236}">
                <a16:creationId xmlns:a16="http://schemas.microsoft.com/office/drawing/2014/main" id="{D5A18FB1-37F3-362A-4709-B80522006CD2}"/>
              </a:ext>
            </a:extLst>
          </p:cNvPr>
          <p:cNvSpPr/>
          <p:nvPr userDrawn="1"/>
        </p:nvSpPr>
        <p:spPr>
          <a:xfrm>
            <a:off x="6176199" y="1790701"/>
            <a:ext cx="5460176" cy="2127249"/>
          </a:xfrm>
          <a:prstGeom prst="roundRect">
            <a:avLst>
              <a:gd name="adj" fmla="val 6769"/>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11" name="Text Placeholder 12">
            <a:extLst>
              <a:ext uri="{FF2B5EF4-FFF2-40B4-BE49-F238E27FC236}">
                <a16:creationId xmlns:a16="http://schemas.microsoft.com/office/drawing/2014/main" id="{C7B22AEA-E6E0-10EA-972B-60C41CD542B4}"/>
              </a:ext>
            </a:extLst>
          </p:cNvPr>
          <p:cNvSpPr>
            <a:spLocks noGrp="1"/>
          </p:cNvSpPr>
          <p:nvPr>
            <p:ph type="body" sz="quarter" idx="20"/>
          </p:nvPr>
        </p:nvSpPr>
        <p:spPr>
          <a:xfrm>
            <a:off x="549274" y="1821180"/>
            <a:ext cx="5272986" cy="670560"/>
          </a:xfrm>
          <a:prstGeom prst="rect">
            <a:avLst/>
          </a:prstGeom>
        </p:spPr>
        <p:txBody>
          <a:bodyPr lIns="182880" rIns="182880" bIns="109728" anchor="b"/>
          <a:lstStyle>
            <a:lvl1pPr>
              <a:lnSpc>
                <a:spcPct val="90000"/>
              </a:lnSpc>
              <a:defRPr lang="en-US" sz="16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3" name="Text Placeholder 10">
            <a:extLst>
              <a:ext uri="{FF2B5EF4-FFF2-40B4-BE49-F238E27FC236}">
                <a16:creationId xmlns:a16="http://schemas.microsoft.com/office/drawing/2014/main" id="{F379B356-D925-A151-C5F6-2148FB4B20D4}"/>
              </a:ext>
            </a:extLst>
          </p:cNvPr>
          <p:cNvSpPr>
            <a:spLocks noGrp="1"/>
          </p:cNvSpPr>
          <p:nvPr>
            <p:ph type="body" sz="quarter" idx="19"/>
          </p:nvPr>
        </p:nvSpPr>
        <p:spPr>
          <a:xfrm>
            <a:off x="549274" y="2491740"/>
            <a:ext cx="5272987" cy="1426210"/>
          </a:xfrm>
        </p:spPr>
        <p:txBody>
          <a:bodyPr lIns="182880" tIns="0" rIns="182880" bIns="274320"/>
          <a:lstStyle>
            <a:lvl1pPr>
              <a:defRPr sz="1400">
                <a:solidFill>
                  <a:schemeClr val="bg1"/>
                </a:solidFill>
              </a:defRPr>
            </a:lvl1pPr>
            <a:lvl2pPr>
              <a:defRPr sz="14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7">
            <a:extLst>
              <a:ext uri="{FF2B5EF4-FFF2-40B4-BE49-F238E27FC236}">
                <a16:creationId xmlns:a16="http://schemas.microsoft.com/office/drawing/2014/main" id="{555658C7-4DC5-4FC4-0E90-B890C520F2D6}"/>
              </a:ext>
            </a:extLst>
          </p:cNvPr>
          <p:cNvSpPr>
            <a:spLocks noGrp="1"/>
          </p:cNvSpPr>
          <p:nvPr>
            <p:ph type="body" sz="quarter" idx="11" hasCustomPrompt="1"/>
          </p:nvPr>
        </p:nvSpPr>
        <p:spPr>
          <a:xfrm>
            <a:off x="1828798" y="6468451"/>
            <a:ext cx="9253538" cy="109728"/>
          </a:xfrm>
        </p:spPr>
        <p:txBody>
          <a:bodyPr anchor="b"/>
          <a:lstStyle>
            <a:lvl1pPr>
              <a:defRPr sz="800">
                <a:solidFill>
                  <a:schemeClr val="bg1"/>
                </a:solidFill>
              </a:defRPr>
            </a:lvl1pPr>
            <a:lvl2pPr>
              <a:defRPr sz="600"/>
            </a:lvl2pPr>
            <a:lvl3pPr>
              <a:defRPr sz="600"/>
            </a:lvl3pPr>
            <a:lvl4pPr>
              <a:defRPr sz="600"/>
            </a:lvl4pPr>
            <a:lvl5pPr>
              <a:defRPr sz="600"/>
            </a:lvl5pPr>
          </a:lstStyle>
          <a:p>
            <a:pPr lvl="0"/>
            <a:r>
              <a:rPr lang="en-US"/>
              <a:t>Footer</a:t>
            </a:r>
          </a:p>
        </p:txBody>
      </p:sp>
      <p:sp>
        <p:nvSpPr>
          <p:cNvPr id="24" name="Text Placeholder 12">
            <a:extLst>
              <a:ext uri="{FF2B5EF4-FFF2-40B4-BE49-F238E27FC236}">
                <a16:creationId xmlns:a16="http://schemas.microsoft.com/office/drawing/2014/main" id="{017E2357-AFCF-EFFD-DFB8-8B533596749D}"/>
              </a:ext>
            </a:extLst>
          </p:cNvPr>
          <p:cNvSpPr>
            <a:spLocks noGrp="1"/>
          </p:cNvSpPr>
          <p:nvPr>
            <p:ph type="body" sz="quarter" idx="33"/>
          </p:nvPr>
        </p:nvSpPr>
        <p:spPr>
          <a:xfrm>
            <a:off x="6189663" y="1821180"/>
            <a:ext cx="5272987" cy="670560"/>
          </a:xfrm>
          <a:prstGeom prst="rect">
            <a:avLst/>
          </a:prstGeom>
        </p:spPr>
        <p:txBody>
          <a:bodyPr lIns="182880" rIns="182880" bIns="109728" anchor="b"/>
          <a:lstStyle>
            <a:lvl1pPr>
              <a:lnSpc>
                <a:spcPct val="90000"/>
              </a:lnSpc>
              <a:defRPr lang="en-US" sz="16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25" name="Text Placeholder 10">
            <a:extLst>
              <a:ext uri="{FF2B5EF4-FFF2-40B4-BE49-F238E27FC236}">
                <a16:creationId xmlns:a16="http://schemas.microsoft.com/office/drawing/2014/main" id="{6851E847-2B1D-EE34-328F-AD56677DF597}"/>
              </a:ext>
            </a:extLst>
          </p:cNvPr>
          <p:cNvSpPr>
            <a:spLocks noGrp="1"/>
          </p:cNvSpPr>
          <p:nvPr>
            <p:ph type="body" sz="quarter" idx="34"/>
          </p:nvPr>
        </p:nvSpPr>
        <p:spPr>
          <a:xfrm>
            <a:off x="6189662" y="2491740"/>
            <a:ext cx="5272987" cy="1426210"/>
          </a:xfrm>
        </p:spPr>
        <p:txBody>
          <a:bodyPr lIns="182880" tIns="0" rIns="182880" bIns="274320"/>
          <a:lstStyle>
            <a:lvl1pPr>
              <a:defRPr sz="1400">
                <a:solidFill>
                  <a:schemeClr val="bg1"/>
                </a:solidFill>
              </a:defRPr>
            </a:lvl1pPr>
            <a:lvl2pPr>
              <a:defRPr sz="14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ounded Rectangle 25">
            <a:extLst>
              <a:ext uri="{FF2B5EF4-FFF2-40B4-BE49-F238E27FC236}">
                <a16:creationId xmlns:a16="http://schemas.microsoft.com/office/drawing/2014/main" id="{EA698776-FCB7-D29B-8BCD-0D4FAF654C9C}"/>
              </a:ext>
            </a:extLst>
          </p:cNvPr>
          <p:cNvSpPr/>
          <p:nvPr userDrawn="1"/>
        </p:nvSpPr>
        <p:spPr>
          <a:xfrm>
            <a:off x="548512" y="4073525"/>
            <a:ext cx="5460176" cy="2127249"/>
          </a:xfrm>
          <a:prstGeom prst="roundRect">
            <a:avLst>
              <a:gd name="adj" fmla="val 6769"/>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6" name="Rounded Rectangle 25">
            <a:extLst>
              <a:ext uri="{FF2B5EF4-FFF2-40B4-BE49-F238E27FC236}">
                <a16:creationId xmlns:a16="http://schemas.microsoft.com/office/drawing/2014/main" id="{8473EE66-8454-9484-DB06-BD5448606C20}"/>
              </a:ext>
            </a:extLst>
          </p:cNvPr>
          <p:cNvSpPr/>
          <p:nvPr userDrawn="1"/>
        </p:nvSpPr>
        <p:spPr>
          <a:xfrm>
            <a:off x="6176199" y="4073525"/>
            <a:ext cx="5460176" cy="2127249"/>
          </a:xfrm>
          <a:prstGeom prst="roundRect">
            <a:avLst>
              <a:gd name="adj" fmla="val 6769"/>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22" name="Text Placeholder 12">
            <a:extLst>
              <a:ext uri="{FF2B5EF4-FFF2-40B4-BE49-F238E27FC236}">
                <a16:creationId xmlns:a16="http://schemas.microsoft.com/office/drawing/2014/main" id="{AB6E5EFE-5B58-FC78-161D-56229FE5F20D}"/>
              </a:ext>
            </a:extLst>
          </p:cNvPr>
          <p:cNvSpPr>
            <a:spLocks noGrp="1"/>
          </p:cNvSpPr>
          <p:nvPr>
            <p:ph type="body" sz="quarter" idx="31"/>
          </p:nvPr>
        </p:nvSpPr>
        <p:spPr>
          <a:xfrm>
            <a:off x="549274" y="4093438"/>
            <a:ext cx="5272986" cy="670560"/>
          </a:xfrm>
          <a:prstGeom prst="rect">
            <a:avLst/>
          </a:prstGeom>
        </p:spPr>
        <p:txBody>
          <a:bodyPr lIns="182880" rIns="182880" bIns="109728" anchor="b"/>
          <a:lstStyle>
            <a:lvl1pPr>
              <a:lnSpc>
                <a:spcPct val="90000"/>
              </a:lnSpc>
              <a:defRPr lang="en-US" sz="16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23" name="Text Placeholder 10">
            <a:extLst>
              <a:ext uri="{FF2B5EF4-FFF2-40B4-BE49-F238E27FC236}">
                <a16:creationId xmlns:a16="http://schemas.microsoft.com/office/drawing/2014/main" id="{AA4374BB-AE3C-DC38-04B8-FC19C10CE0F0}"/>
              </a:ext>
            </a:extLst>
          </p:cNvPr>
          <p:cNvSpPr>
            <a:spLocks noGrp="1"/>
          </p:cNvSpPr>
          <p:nvPr>
            <p:ph type="body" sz="quarter" idx="32"/>
          </p:nvPr>
        </p:nvSpPr>
        <p:spPr>
          <a:xfrm>
            <a:off x="549274" y="4763998"/>
            <a:ext cx="5272987" cy="1436776"/>
          </a:xfrm>
        </p:spPr>
        <p:txBody>
          <a:bodyPr lIns="182880" tIns="0" rIns="182880" bIns="274320"/>
          <a:lstStyle>
            <a:lvl1pPr>
              <a:defRPr sz="1400">
                <a:solidFill>
                  <a:schemeClr val="bg1"/>
                </a:solidFill>
              </a:defRPr>
            </a:lvl1pPr>
            <a:lvl2pPr>
              <a:defRPr sz="14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2">
            <a:extLst>
              <a:ext uri="{FF2B5EF4-FFF2-40B4-BE49-F238E27FC236}">
                <a16:creationId xmlns:a16="http://schemas.microsoft.com/office/drawing/2014/main" id="{46E772A8-6E34-0378-09A8-4FDED5AB092A}"/>
              </a:ext>
            </a:extLst>
          </p:cNvPr>
          <p:cNvSpPr>
            <a:spLocks noGrp="1"/>
          </p:cNvSpPr>
          <p:nvPr>
            <p:ph type="body" sz="quarter" idx="35"/>
          </p:nvPr>
        </p:nvSpPr>
        <p:spPr>
          <a:xfrm>
            <a:off x="6189663" y="4093438"/>
            <a:ext cx="5272987" cy="670560"/>
          </a:xfrm>
          <a:prstGeom prst="rect">
            <a:avLst/>
          </a:prstGeom>
        </p:spPr>
        <p:txBody>
          <a:bodyPr lIns="182880" rIns="182880" bIns="109728" anchor="b"/>
          <a:lstStyle>
            <a:lvl1pPr>
              <a:lnSpc>
                <a:spcPct val="90000"/>
              </a:lnSpc>
              <a:defRPr lang="en-US" sz="16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27" name="Text Placeholder 10">
            <a:extLst>
              <a:ext uri="{FF2B5EF4-FFF2-40B4-BE49-F238E27FC236}">
                <a16:creationId xmlns:a16="http://schemas.microsoft.com/office/drawing/2014/main" id="{C7AAA014-639F-E5F7-AE06-A1016E9B7AC2}"/>
              </a:ext>
            </a:extLst>
          </p:cNvPr>
          <p:cNvSpPr>
            <a:spLocks noGrp="1"/>
          </p:cNvSpPr>
          <p:nvPr>
            <p:ph type="body" sz="quarter" idx="36"/>
          </p:nvPr>
        </p:nvSpPr>
        <p:spPr>
          <a:xfrm>
            <a:off x="6189662" y="4763998"/>
            <a:ext cx="5272987" cy="1436776"/>
          </a:xfrm>
        </p:spPr>
        <p:txBody>
          <a:bodyPr lIns="182880" tIns="0" rIns="182880" bIns="274320"/>
          <a:lstStyle>
            <a:lvl1pPr>
              <a:defRPr sz="1400">
                <a:solidFill>
                  <a:schemeClr val="bg1"/>
                </a:solidFill>
              </a:defRPr>
            </a:lvl1pPr>
            <a:lvl2pPr>
              <a:defRPr sz="14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itle Placeholder 1">
            <a:extLst>
              <a:ext uri="{FF2B5EF4-FFF2-40B4-BE49-F238E27FC236}">
                <a16:creationId xmlns:a16="http://schemas.microsoft.com/office/drawing/2014/main" id="{C3D71E33-7D25-B094-C82C-4B6E29E12FFC}"/>
              </a:ext>
            </a:extLst>
          </p:cNvPr>
          <p:cNvSpPr>
            <a:spLocks noGrp="1"/>
          </p:cNvSpPr>
          <p:nvPr>
            <p:ph type="title"/>
          </p:nvPr>
        </p:nvSpPr>
        <p:spPr>
          <a:xfrm>
            <a:off x="548640" y="530352"/>
            <a:ext cx="11091672" cy="594360"/>
          </a:xfrm>
          <a:prstGeom prst="rect">
            <a:avLst/>
          </a:prstGeom>
        </p:spPr>
        <p:txBody>
          <a:bodyPr vert="horz" lIns="0" tIns="0" rIns="0" bIns="0" rtlCol="0" anchor="t" anchorCtr="0">
            <a:noAutofit/>
          </a:bodyPr>
          <a:lstStyle>
            <a:lvl1pPr>
              <a:defRPr b="1">
                <a:solidFill>
                  <a:schemeClr val="bg1"/>
                </a:solidFill>
              </a:defRPr>
            </a:lvl1pPr>
          </a:lstStyle>
          <a:p>
            <a:pPr lvl="0"/>
            <a:endParaRPr lang="en-US"/>
          </a:p>
        </p:txBody>
      </p:sp>
      <p:sp>
        <p:nvSpPr>
          <p:cNvPr id="4" name="Subtitle 2">
            <a:extLst>
              <a:ext uri="{FF2B5EF4-FFF2-40B4-BE49-F238E27FC236}">
                <a16:creationId xmlns:a16="http://schemas.microsoft.com/office/drawing/2014/main" id="{2C7ED23F-63A7-4A1C-CDF8-9DA57957808E}"/>
              </a:ext>
            </a:extLst>
          </p:cNvPr>
          <p:cNvSpPr>
            <a:spLocks noGrp="1"/>
          </p:cNvSpPr>
          <p:nvPr>
            <p:ph type="subTitle" idx="1"/>
          </p:nvPr>
        </p:nvSpPr>
        <p:spPr>
          <a:xfrm>
            <a:off x="548640" y="1097279"/>
            <a:ext cx="11091545" cy="697459"/>
          </a:xfrm>
          <a:prstGeom prst="rect">
            <a:avLst/>
          </a:prstGeom>
        </p:spPr>
        <p:txBody>
          <a:bodyPr/>
          <a:lstStyle>
            <a:lvl1pPr marL="0" indent="0" algn="l">
              <a:lnSpc>
                <a:spcPct val="90000"/>
              </a:lnSpc>
              <a:buNone/>
              <a:defRPr sz="2000" b="0" i="0">
                <a:solidFill>
                  <a:schemeClr val="bg1"/>
                </a:solidFill>
                <a:latin typeface="ServiceNow Sans" panose="020B0504040101010104"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65707772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x Groups with Cards">
    <p:bg>
      <p:bgPr>
        <a:solidFill>
          <a:srgbClr val="F2F2F2"/>
        </a:solidFill>
        <a:effectLst/>
      </p:bgPr>
    </p:bg>
    <p:spTree>
      <p:nvGrpSpPr>
        <p:cNvPr id="1" name=""/>
        <p:cNvGrpSpPr/>
        <p:nvPr/>
      </p:nvGrpSpPr>
      <p:grpSpPr>
        <a:xfrm>
          <a:off x="0" y="0"/>
          <a:ext cx="0" cy="0"/>
          <a:chOff x="0" y="0"/>
          <a:chExt cx="0" cy="0"/>
        </a:xfrm>
      </p:grpSpPr>
      <p:pic>
        <p:nvPicPr>
          <p:cNvPr id="3" name="Picture 2" descr="A blue and green background&#10;&#10;AI-generated content may be incorrect.">
            <a:extLst>
              <a:ext uri="{FF2B5EF4-FFF2-40B4-BE49-F238E27FC236}">
                <a16:creationId xmlns:a16="http://schemas.microsoft.com/office/drawing/2014/main" id="{E48B8C36-AC2B-E5CB-D1CA-2B501EC449E1}"/>
              </a:ext>
            </a:extLst>
          </p:cNvPr>
          <p:cNvPicPr>
            <a:picLocks noGrp="1" noRot="1" noMove="1" noResize="1" noEditPoints="1" noAdjustHandles="1" noChangeArrowheads="1" noChangeShapeType="1" noCrop="1"/>
          </p:cNvPicPr>
          <p:nvPr userDrawn="1"/>
        </p:nvPicPr>
        <p:blipFill>
          <a:blip r:embed="rId2"/>
          <a:stretch>
            <a:fillRect/>
          </a:stretch>
        </p:blipFill>
        <p:spPr>
          <a:xfrm>
            <a:off x="0" y="0"/>
            <a:ext cx="12190415" cy="6867144"/>
          </a:xfrm>
          <a:prstGeom prst="rect">
            <a:avLst/>
          </a:prstGeom>
        </p:spPr>
      </p:pic>
      <p:pic>
        <p:nvPicPr>
          <p:cNvPr id="24" name="Picture 15">
            <a:extLst>
              <a:ext uri="{FF2B5EF4-FFF2-40B4-BE49-F238E27FC236}">
                <a16:creationId xmlns:a16="http://schemas.microsoft.com/office/drawing/2014/main" id="{912729EA-4ED0-7CDB-500B-21AA1587552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25" name="Slide Number Placeholder 5">
            <a:extLst>
              <a:ext uri="{FF2B5EF4-FFF2-40B4-BE49-F238E27FC236}">
                <a16:creationId xmlns:a16="http://schemas.microsoft.com/office/drawing/2014/main" id="{3FC96095-B19E-48A2-F703-0BC063924D07}"/>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23" name="Rounded Rectangle 25">
            <a:extLst>
              <a:ext uri="{FF2B5EF4-FFF2-40B4-BE49-F238E27FC236}">
                <a16:creationId xmlns:a16="http://schemas.microsoft.com/office/drawing/2014/main" id="{CAC1AE3D-9905-29FB-B693-87943384E755}"/>
              </a:ext>
            </a:extLst>
          </p:cNvPr>
          <p:cNvSpPr/>
          <p:nvPr userDrawn="1"/>
        </p:nvSpPr>
        <p:spPr>
          <a:xfrm>
            <a:off x="548512" y="1790701"/>
            <a:ext cx="3564701" cy="2127249"/>
          </a:xfrm>
          <a:prstGeom prst="roundRect">
            <a:avLst>
              <a:gd name="adj" fmla="val 6769"/>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21" name="Rounded Rectangle 25">
            <a:extLst>
              <a:ext uri="{FF2B5EF4-FFF2-40B4-BE49-F238E27FC236}">
                <a16:creationId xmlns:a16="http://schemas.microsoft.com/office/drawing/2014/main" id="{9DB98AA0-3E05-7EA1-9439-687B188600AB}"/>
              </a:ext>
            </a:extLst>
          </p:cNvPr>
          <p:cNvSpPr/>
          <p:nvPr userDrawn="1"/>
        </p:nvSpPr>
        <p:spPr>
          <a:xfrm>
            <a:off x="4308475" y="1790701"/>
            <a:ext cx="3564701" cy="2127249"/>
          </a:xfrm>
          <a:prstGeom prst="roundRect">
            <a:avLst>
              <a:gd name="adj" fmla="val 6769"/>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22" name="Rounded Rectangle 25">
            <a:extLst>
              <a:ext uri="{FF2B5EF4-FFF2-40B4-BE49-F238E27FC236}">
                <a16:creationId xmlns:a16="http://schemas.microsoft.com/office/drawing/2014/main" id="{57C277FF-A72C-8BC8-2CF5-7BCE28AA9471}"/>
              </a:ext>
            </a:extLst>
          </p:cNvPr>
          <p:cNvSpPr/>
          <p:nvPr userDrawn="1"/>
        </p:nvSpPr>
        <p:spPr>
          <a:xfrm>
            <a:off x="8062913" y="1790701"/>
            <a:ext cx="3564701" cy="2127249"/>
          </a:xfrm>
          <a:prstGeom prst="roundRect">
            <a:avLst>
              <a:gd name="adj" fmla="val 6769"/>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19" name="Text Placeholder 7">
            <a:extLst>
              <a:ext uri="{FF2B5EF4-FFF2-40B4-BE49-F238E27FC236}">
                <a16:creationId xmlns:a16="http://schemas.microsoft.com/office/drawing/2014/main" id="{555658C7-4DC5-4FC4-0E90-B890C520F2D6}"/>
              </a:ext>
            </a:extLst>
          </p:cNvPr>
          <p:cNvSpPr>
            <a:spLocks noGrp="1"/>
          </p:cNvSpPr>
          <p:nvPr>
            <p:ph type="body" sz="quarter" idx="11" hasCustomPrompt="1"/>
          </p:nvPr>
        </p:nvSpPr>
        <p:spPr>
          <a:xfrm>
            <a:off x="1828798" y="6468451"/>
            <a:ext cx="9253538" cy="109728"/>
          </a:xfrm>
        </p:spPr>
        <p:txBody>
          <a:bodyPr anchor="b"/>
          <a:lstStyle>
            <a:lvl1pPr>
              <a:defRPr sz="800">
                <a:solidFill>
                  <a:schemeClr val="bg1"/>
                </a:solidFill>
              </a:defRPr>
            </a:lvl1pPr>
            <a:lvl2pPr>
              <a:defRPr sz="600"/>
            </a:lvl2pPr>
            <a:lvl3pPr>
              <a:defRPr sz="600"/>
            </a:lvl3pPr>
            <a:lvl4pPr>
              <a:defRPr sz="600"/>
            </a:lvl4pPr>
            <a:lvl5pPr>
              <a:defRPr sz="600"/>
            </a:lvl5pPr>
          </a:lstStyle>
          <a:p>
            <a:pPr lvl="0"/>
            <a:r>
              <a:rPr lang="en-US"/>
              <a:t>Footer</a:t>
            </a:r>
          </a:p>
        </p:txBody>
      </p:sp>
      <p:sp>
        <p:nvSpPr>
          <p:cNvPr id="2" name="Text Placeholder 12">
            <a:extLst>
              <a:ext uri="{FF2B5EF4-FFF2-40B4-BE49-F238E27FC236}">
                <a16:creationId xmlns:a16="http://schemas.microsoft.com/office/drawing/2014/main" id="{E92CC745-ABA0-C7AE-1FA7-5CB8FA765023}"/>
              </a:ext>
            </a:extLst>
          </p:cNvPr>
          <p:cNvSpPr>
            <a:spLocks noGrp="1"/>
          </p:cNvSpPr>
          <p:nvPr>
            <p:ph type="body" sz="quarter" idx="20"/>
          </p:nvPr>
        </p:nvSpPr>
        <p:spPr>
          <a:xfrm>
            <a:off x="549275" y="1821180"/>
            <a:ext cx="3349502" cy="670560"/>
          </a:xfrm>
          <a:prstGeom prst="rect">
            <a:avLst/>
          </a:prstGeom>
        </p:spPr>
        <p:txBody>
          <a:bodyPr lIns="182880" rIns="182880" bIns="109728" anchor="b"/>
          <a:lstStyle>
            <a:lvl1pPr>
              <a:lnSpc>
                <a:spcPct val="90000"/>
              </a:lnSpc>
              <a:defRPr lang="en-US" sz="16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5" name="Text Placeholder 10">
            <a:extLst>
              <a:ext uri="{FF2B5EF4-FFF2-40B4-BE49-F238E27FC236}">
                <a16:creationId xmlns:a16="http://schemas.microsoft.com/office/drawing/2014/main" id="{5AA614A7-8ACF-E2B0-6B3A-C31DAB85F8AC}"/>
              </a:ext>
            </a:extLst>
          </p:cNvPr>
          <p:cNvSpPr>
            <a:spLocks noGrp="1"/>
          </p:cNvSpPr>
          <p:nvPr>
            <p:ph type="body" sz="quarter" idx="19"/>
          </p:nvPr>
        </p:nvSpPr>
        <p:spPr>
          <a:xfrm>
            <a:off x="549275" y="2491740"/>
            <a:ext cx="3349502" cy="1426210"/>
          </a:xfrm>
        </p:spPr>
        <p:txBody>
          <a:bodyPr lIns="182880" tIns="0" rIns="182880" bIns="274320"/>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7">
            <a:extLst>
              <a:ext uri="{FF2B5EF4-FFF2-40B4-BE49-F238E27FC236}">
                <a16:creationId xmlns:a16="http://schemas.microsoft.com/office/drawing/2014/main" id="{C49A89D5-5440-F38C-479A-B155C9475494}"/>
              </a:ext>
            </a:extLst>
          </p:cNvPr>
          <p:cNvSpPr>
            <a:spLocks noGrp="1"/>
          </p:cNvSpPr>
          <p:nvPr>
            <p:ph type="body" sz="quarter" idx="21" hasCustomPrompt="1"/>
          </p:nvPr>
        </p:nvSpPr>
        <p:spPr>
          <a:xfrm>
            <a:off x="1828798" y="6468451"/>
            <a:ext cx="9253538" cy="109728"/>
          </a:xfrm>
        </p:spPr>
        <p:txBody>
          <a:bodyPr anchor="b"/>
          <a:lstStyle>
            <a:lvl1pPr>
              <a:defRPr sz="800">
                <a:solidFill>
                  <a:schemeClr val="bg1"/>
                </a:solidFill>
              </a:defRPr>
            </a:lvl1pPr>
            <a:lvl2pPr>
              <a:defRPr sz="600"/>
            </a:lvl2pPr>
            <a:lvl3pPr>
              <a:defRPr sz="600"/>
            </a:lvl3pPr>
            <a:lvl4pPr>
              <a:defRPr sz="600"/>
            </a:lvl4pPr>
            <a:lvl5pPr>
              <a:defRPr sz="600"/>
            </a:lvl5pPr>
          </a:lstStyle>
          <a:p>
            <a:pPr lvl="0"/>
            <a:r>
              <a:rPr lang="en-US"/>
              <a:t>Footer</a:t>
            </a:r>
          </a:p>
        </p:txBody>
      </p:sp>
      <p:sp>
        <p:nvSpPr>
          <p:cNvPr id="9" name="Text Placeholder 12">
            <a:extLst>
              <a:ext uri="{FF2B5EF4-FFF2-40B4-BE49-F238E27FC236}">
                <a16:creationId xmlns:a16="http://schemas.microsoft.com/office/drawing/2014/main" id="{7EAEF129-C25B-A705-83B6-2D3FF1FC5EE6}"/>
              </a:ext>
            </a:extLst>
          </p:cNvPr>
          <p:cNvSpPr>
            <a:spLocks noGrp="1"/>
          </p:cNvSpPr>
          <p:nvPr>
            <p:ph type="body" sz="quarter" idx="33"/>
          </p:nvPr>
        </p:nvSpPr>
        <p:spPr>
          <a:xfrm>
            <a:off x="4308475" y="1821180"/>
            <a:ext cx="3349502" cy="670560"/>
          </a:xfrm>
          <a:prstGeom prst="rect">
            <a:avLst/>
          </a:prstGeom>
        </p:spPr>
        <p:txBody>
          <a:bodyPr lIns="182880" rIns="182880" bIns="109728" anchor="b"/>
          <a:lstStyle>
            <a:lvl1pPr>
              <a:lnSpc>
                <a:spcPct val="90000"/>
              </a:lnSpc>
              <a:defRPr lang="en-US" sz="16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10" name="Text Placeholder 10">
            <a:extLst>
              <a:ext uri="{FF2B5EF4-FFF2-40B4-BE49-F238E27FC236}">
                <a16:creationId xmlns:a16="http://schemas.microsoft.com/office/drawing/2014/main" id="{51AFF14D-07FA-4939-9477-3C5607ED3BF2}"/>
              </a:ext>
            </a:extLst>
          </p:cNvPr>
          <p:cNvSpPr>
            <a:spLocks noGrp="1"/>
          </p:cNvSpPr>
          <p:nvPr>
            <p:ph type="body" sz="quarter" idx="34"/>
          </p:nvPr>
        </p:nvSpPr>
        <p:spPr>
          <a:xfrm>
            <a:off x="4308475" y="2491740"/>
            <a:ext cx="3349502" cy="1426210"/>
          </a:xfrm>
        </p:spPr>
        <p:txBody>
          <a:bodyPr lIns="182880" tIns="0" rIns="182880" bIns="274320"/>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2">
            <a:extLst>
              <a:ext uri="{FF2B5EF4-FFF2-40B4-BE49-F238E27FC236}">
                <a16:creationId xmlns:a16="http://schemas.microsoft.com/office/drawing/2014/main" id="{D5C10E17-25BA-6BFA-F182-45A02ED304D1}"/>
              </a:ext>
            </a:extLst>
          </p:cNvPr>
          <p:cNvSpPr>
            <a:spLocks noGrp="1"/>
          </p:cNvSpPr>
          <p:nvPr>
            <p:ph type="body" sz="quarter" idx="37"/>
          </p:nvPr>
        </p:nvSpPr>
        <p:spPr>
          <a:xfrm>
            <a:off x="8062913" y="1821180"/>
            <a:ext cx="3349502" cy="670560"/>
          </a:xfrm>
          <a:prstGeom prst="rect">
            <a:avLst/>
          </a:prstGeom>
        </p:spPr>
        <p:txBody>
          <a:bodyPr lIns="182880" rIns="182880" bIns="109728" anchor="b"/>
          <a:lstStyle>
            <a:lvl1pPr>
              <a:lnSpc>
                <a:spcPct val="90000"/>
              </a:lnSpc>
              <a:defRPr lang="en-US" sz="16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15" name="Text Placeholder 10">
            <a:extLst>
              <a:ext uri="{FF2B5EF4-FFF2-40B4-BE49-F238E27FC236}">
                <a16:creationId xmlns:a16="http://schemas.microsoft.com/office/drawing/2014/main" id="{FEF013DA-4B99-208A-FDCA-A23EC53C0DA0}"/>
              </a:ext>
            </a:extLst>
          </p:cNvPr>
          <p:cNvSpPr>
            <a:spLocks noGrp="1"/>
          </p:cNvSpPr>
          <p:nvPr>
            <p:ph type="body" sz="quarter" idx="38"/>
          </p:nvPr>
        </p:nvSpPr>
        <p:spPr>
          <a:xfrm>
            <a:off x="8062913" y="2491740"/>
            <a:ext cx="3349502" cy="1426210"/>
          </a:xfrm>
        </p:spPr>
        <p:txBody>
          <a:bodyPr lIns="182880" tIns="0" rIns="182880" bIns="274320"/>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Rounded Rectangle 25">
            <a:extLst>
              <a:ext uri="{FF2B5EF4-FFF2-40B4-BE49-F238E27FC236}">
                <a16:creationId xmlns:a16="http://schemas.microsoft.com/office/drawing/2014/main" id="{8EB3637E-E220-D4C6-46D4-E1176E2764F4}"/>
              </a:ext>
            </a:extLst>
          </p:cNvPr>
          <p:cNvSpPr/>
          <p:nvPr userDrawn="1"/>
        </p:nvSpPr>
        <p:spPr>
          <a:xfrm>
            <a:off x="548512" y="4073525"/>
            <a:ext cx="3564701" cy="2127249"/>
          </a:xfrm>
          <a:prstGeom prst="roundRect">
            <a:avLst>
              <a:gd name="adj" fmla="val 6769"/>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11" name="Rounded Rectangle 25">
            <a:extLst>
              <a:ext uri="{FF2B5EF4-FFF2-40B4-BE49-F238E27FC236}">
                <a16:creationId xmlns:a16="http://schemas.microsoft.com/office/drawing/2014/main" id="{CC6B6B95-5504-B7C3-60F9-9289517762A5}"/>
              </a:ext>
            </a:extLst>
          </p:cNvPr>
          <p:cNvSpPr/>
          <p:nvPr userDrawn="1"/>
        </p:nvSpPr>
        <p:spPr>
          <a:xfrm>
            <a:off x="4308475" y="4073525"/>
            <a:ext cx="3564701" cy="2127249"/>
          </a:xfrm>
          <a:prstGeom prst="roundRect">
            <a:avLst>
              <a:gd name="adj" fmla="val 6769"/>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18" name="Rounded Rectangle 25">
            <a:extLst>
              <a:ext uri="{FF2B5EF4-FFF2-40B4-BE49-F238E27FC236}">
                <a16:creationId xmlns:a16="http://schemas.microsoft.com/office/drawing/2014/main" id="{935BF3B9-7F48-1AA5-ED57-FB588611ECF1}"/>
              </a:ext>
            </a:extLst>
          </p:cNvPr>
          <p:cNvSpPr/>
          <p:nvPr userDrawn="1"/>
        </p:nvSpPr>
        <p:spPr>
          <a:xfrm>
            <a:off x="8062913" y="4073525"/>
            <a:ext cx="3564701" cy="2127249"/>
          </a:xfrm>
          <a:prstGeom prst="roundRect">
            <a:avLst>
              <a:gd name="adj" fmla="val 6769"/>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7" name="Text Placeholder 12">
            <a:extLst>
              <a:ext uri="{FF2B5EF4-FFF2-40B4-BE49-F238E27FC236}">
                <a16:creationId xmlns:a16="http://schemas.microsoft.com/office/drawing/2014/main" id="{3C1CA07F-185C-2E46-9FBF-0457ABDE867D}"/>
              </a:ext>
            </a:extLst>
          </p:cNvPr>
          <p:cNvSpPr>
            <a:spLocks noGrp="1"/>
          </p:cNvSpPr>
          <p:nvPr>
            <p:ph type="body" sz="quarter" idx="31"/>
          </p:nvPr>
        </p:nvSpPr>
        <p:spPr>
          <a:xfrm>
            <a:off x="549275" y="4102675"/>
            <a:ext cx="3349502" cy="670560"/>
          </a:xfrm>
          <a:prstGeom prst="rect">
            <a:avLst/>
          </a:prstGeom>
        </p:spPr>
        <p:txBody>
          <a:bodyPr lIns="182880" rIns="182880" bIns="109728" anchor="b"/>
          <a:lstStyle>
            <a:lvl1pPr>
              <a:lnSpc>
                <a:spcPct val="90000"/>
              </a:lnSpc>
              <a:defRPr lang="en-US" sz="16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8" name="Text Placeholder 10">
            <a:extLst>
              <a:ext uri="{FF2B5EF4-FFF2-40B4-BE49-F238E27FC236}">
                <a16:creationId xmlns:a16="http://schemas.microsoft.com/office/drawing/2014/main" id="{80430ACD-5C10-5425-49B4-54E4C7221021}"/>
              </a:ext>
            </a:extLst>
          </p:cNvPr>
          <p:cNvSpPr>
            <a:spLocks noGrp="1"/>
          </p:cNvSpPr>
          <p:nvPr>
            <p:ph type="body" sz="quarter" idx="32"/>
          </p:nvPr>
        </p:nvSpPr>
        <p:spPr>
          <a:xfrm>
            <a:off x="549275" y="4773235"/>
            <a:ext cx="3349502" cy="1427539"/>
          </a:xfrm>
        </p:spPr>
        <p:txBody>
          <a:bodyPr lIns="182880" tIns="0" rIns="182880" bIns="274320"/>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2">
            <a:extLst>
              <a:ext uri="{FF2B5EF4-FFF2-40B4-BE49-F238E27FC236}">
                <a16:creationId xmlns:a16="http://schemas.microsoft.com/office/drawing/2014/main" id="{A5866B66-5EAD-0F1C-D3EF-A68561EF5CA4}"/>
              </a:ext>
            </a:extLst>
          </p:cNvPr>
          <p:cNvSpPr>
            <a:spLocks noGrp="1"/>
          </p:cNvSpPr>
          <p:nvPr>
            <p:ph type="body" sz="quarter" idx="35"/>
          </p:nvPr>
        </p:nvSpPr>
        <p:spPr>
          <a:xfrm>
            <a:off x="4308475" y="4102675"/>
            <a:ext cx="3349502" cy="670560"/>
          </a:xfrm>
          <a:prstGeom prst="rect">
            <a:avLst/>
          </a:prstGeom>
        </p:spPr>
        <p:txBody>
          <a:bodyPr lIns="182880" rIns="182880" bIns="109728" anchor="b"/>
          <a:lstStyle>
            <a:lvl1pPr>
              <a:lnSpc>
                <a:spcPct val="90000"/>
              </a:lnSpc>
              <a:defRPr lang="en-US" sz="16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13" name="Text Placeholder 10">
            <a:extLst>
              <a:ext uri="{FF2B5EF4-FFF2-40B4-BE49-F238E27FC236}">
                <a16:creationId xmlns:a16="http://schemas.microsoft.com/office/drawing/2014/main" id="{BE9B33FB-3897-2D57-4998-E4E44DE2B273}"/>
              </a:ext>
            </a:extLst>
          </p:cNvPr>
          <p:cNvSpPr>
            <a:spLocks noGrp="1"/>
          </p:cNvSpPr>
          <p:nvPr>
            <p:ph type="body" sz="quarter" idx="36"/>
          </p:nvPr>
        </p:nvSpPr>
        <p:spPr>
          <a:xfrm>
            <a:off x="4308475" y="4773235"/>
            <a:ext cx="3349502" cy="1427539"/>
          </a:xfrm>
        </p:spPr>
        <p:txBody>
          <a:bodyPr lIns="182880" tIns="0" rIns="182880" bIns="274320"/>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2">
            <a:extLst>
              <a:ext uri="{FF2B5EF4-FFF2-40B4-BE49-F238E27FC236}">
                <a16:creationId xmlns:a16="http://schemas.microsoft.com/office/drawing/2014/main" id="{D3675EC1-51D3-647C-70BB-2BA5DAF6B778}"/>
              </a:ext>
            </a:extLst>
          </p:cNvPr>
          <p:cNvSpPr>
            <a:spLocks noGrp="1"/>
          </p:cNvSpPr>
          <p:nvPr>
            <p:ph type="body" sz="quarter" idx="39"/>
          </p:nvPr>
        </p:nvSpPr>
        <p:spPr>
          <a:xfrm>
            <a:off x="8062913" y="4102675"/>
            <a:ext cx="3349502" cy="670560"/>
          </a:xfrm>
          <a:prstGeom prst="rect">
            <a:avLst/>
          </a:prstGeom>
        </p:spPr>
        <p:txBody>
          <a:bodyPr lIns="182880" rIns="182880" bIns="109728" anchor="b"/>
          <a:lstStyle>
            <a:lvl1pPr>
              <a:lnSpc>
                <a:spcPct val="90000"/>
              </a:lnSpc>
              <a:defRPr lang="en-US" sz="1600" b="0" i="0" spc="0" baseline="0" dirty="0" smtClean="0">
                <a:solidFill>
                  <a:schemeClr val="accent1"/>
                </a:solidFill>
                <a:latin typeface="ServiceNow Sans Medium" panose="020B0704040101010104" pitchFamily="34" charset="0"/>
                <a:ea typeface="+mn-ea"/>
                <a:cs typeface="ServiceNow Sans Medium" panose="020B0704040101010104" pitchFamily="34" charset="0"/>
              </a:defRPr>
            </a:lvl1pPr>
            <a:lvl2pPr marL="284162" indent="0">
              <a:buNone/>
              <a:defRPr/>
            </a:lvl2pPr>
          </a:lstStyle>
          <a:p>
            <a:pPr lvl="0"/>
            <a:r>
              <a:rPr lang="en-US"/>
              <a:t>Click to edit</a:t>
            </a:r>
          </a:p>
        </p:txBody>
      </p:sp>
      <p:sp>
        <p:nvSpPr>
          <p:cNvPr id="17" name="Text Placeholder 10">
            <a:extLst>
              <a:ext uri="{FF2B5EF4-FFF2-40B4-BE49-F238E27FC236}">
                <a16:creationId xmlns:a16="http://schemas.microsoft.com/office/drawing/2014/main" id="{D546668F-3070-CC96-D577-11D2573FB1AE}"/>
              </a:ext>
            </a:extLst>
          </p:cNvPr>
          <p:cNvSpPr>
            <a:spLocks noGrp="1"/>
          </p:cNvSpPr>
          <p:nvPr>
            <p:ph type="body" sz="quarter" idx="40"/>
          </p:nvPr>
        </p:nvSpPr>
        <p:spPr>
          <a:xfrm>
            <a:off x="8062913" y="4773235"/>
            <a:ext cx="3349502" cy="1427539"/>
          </a:xfrm>
        </p:spPr>
        <p:txBody>
          <a:bodyPr lIns="182880" tIns="0" rIns="182880" bIns="274320"/>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itle Placeholder 1">
            <a:extLst>
              <a:ext uri="{FF2B5EF4-FFF2-40B4-BE49-F238E27FC236}">
                <a16:creationId xmlns:a16="http://schemas.microsoft.com/office/drawing/2014/main" id="{C3D71E33-7D25-B094-C82C-4B6E29E12FFC}"/>
              </a:ext>
            </a:extLst>
          </p:cNvPr>
          <p:cNvSpPr>
            <a:spLocks noGrp="1"/>
          </p:cNvSpPr>
          <p:nvPr>
            <p:ph type="title"/>
          </p:nvPr>
        </p:nvSpPr>
        <p:spPr>
          <a:xfrm>
            <a:off x="548640" y="530352"/>
            <a:ext cx="11091672" cy="594360"/>
          </a:xfrm>
          <a:prstGeom prst="rect">
            <a:avLst/>
          </a:prstGeom>
        </p:spPr>
        <p:txBody>
          <a:bodyPr vert="horz" lIns="0" tIns="0" rIns="0" bIns="0" rtlCol="0" anchor="t" anchorCtr="0">
            <a:noAutofit/>
          </a:bodyPr>
          <a:lstStyle>
            <a:lvl1pPr>
              <a:defRPr b="1">
                <a:solidFill>
                  <a:schemeClr val="bg1"/>
                </a:solidFill>
              </a:defRPr>
            </a:lvl1pPr>
          </a:lstStyle>
          <a:p>
            <a:pPr lvl="0"/>
            <a:endParaRPr lang="en-US"/>
          </a:p>
        </p:txBody>
      </p:sp>
      <p:sp>
        <p:nvSpPr>
          <p:cNvPr id="4" name="Subtitle 2">
            <a:extLst>
              <a:ext uri="{FF2B5EF4-FFF2-40B4-BE49-F238E27FC236}">
                <a16:creationId xmlns:a16="http://schemas.microsoft.com/office/drawing/2014/main" id="{2C7ED23F-63A7-4A1C-CDF8-9DA57957808E}"/>
              </a:ext>
            </a:extLst>
          </p:cNvPr>
          <p:cNvSpPr>
            <a:spLocks noGrp="1"/>
          </p:cNvSpPr>
          <p:nvPr>
            <p:ph type="subTitle" idx="1"/>
          </p:nvPr>
        </p:nvSpPr>
        <p:spPr>
          <a:xfrm>
            <a:off x="548640" y="1097279"/>
            <a:ext cx="11091545" cy="697459"/>
          </a:xfrm>
          <a:prstGeom prst="rect">
            <a:avLst/>
          </a:prstGeom>
        </p:spPr>
        <p:txBody>
          <a:bodyPr/>
          <a:lstStyle>
            <a:lvl1pPr marL="0" indent="0" algn="l">
              <a:lnSpc>
                <a:spcPct val="90000"/>
              </a:lnSpc>
              <a:buNone/>
              <a:defRPr sz="2000" b="0" i="0">
                <a:solidFill>
                  <a:schemeClr val="bg1"/>
                </a:solidFill>
                <a:latin typeface="ServiceNow Sans" panose="020B0504040101010104"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752171012"/>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with Two Graphics">
    <p:bg>
      <p:bgPr>
        <a:solidFill>
          <a:srgbClr val="F2F2F2"/>
        </a:solidFill>
        <a:effectLst/>
      </p:bgPr>
    </p:bg>
    <p:spTree>
      <p:nvGrpSpPr>
        <p:cNvPr id="1" name=""/>
        <p:cNvGrpSpPr/>
        <p:nvPr/>
      </p:nvGrpSpPr>
      <p:grpSpPr>
        <a:xfrm>
          <a:off x="0" y="0"/>
          <a:ext cx="0" cy="0"/>
          <a:chOff x="0" y="0"/>
          <a:chExt cx="0" cy="0"/>
        </a:xfrm>
      </p:grpSpPr>
      <p:pic>
        <p:nvPicPr>
          <p:cNvPr id="3" name="Picture 2" descr="A blue and green background&#10;&#10;AI-generated content may be incorrect.">
            <a:extLst>
              <a:ext uri="{FF2B5EF4-FFF2-40B4-BE49-F238E27FC236}">
                <a16:creationId xmlns:a16="http://schemas.microsoft.com/office/drawing/2014/main" id="{31C84EAB-87D6-E144-BFFA-E69F72C22B9A}"/>
              </a:ext>
            </a:extLst>
          </p:cNvPr>
          <p:cNvPicPr>
            <a:picLocks noGrp="1" noRot="1" noMove="1" noResize="1" noEditPoints="1" noAdjustHandles="1" noChangeArrowheads="1" noChangeShapeType="1" noCrop="1"/>
          </p:cNvPicPr>
          <p:nvPr userDrawn="1"/>
        </p:nvPicPr>
        <p:blipFill>
          <a:blip r:embed="rId2"/>
          <a:stretch>
            <a:fillRect/>
          </a:stretch>
        </p:blipFill>
        <p:spPr>
          <a:xfrm>
            <a:off x="0" y="0"/>
            <a:ext cx="12190415" cy="6867144"/>
          </a:xfrm>
          <a:prstGeom prst="rect">
            <a:avLst/>
          </a:prstGeom>
        </p:spPr>
      </p:pic>
      <p:pic>
        <p:nvPicPr>
          <p:cNvPr id="5" name="Picture 15">
            <a:extLst>
              <a:ext uri="{FF2B5EF4-FFF2-40B4-BE49-F238E27FC236}">
                <a16:creationId xmlns:a16="http://schemas.microsoft.com/office/drawing/2014/main" id="{56E29EBD-EBA7-DBCE-A1D3-B5F01905DF0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7" name="Slide Number Placeholder 5">
            <a:extLst>
              <a:ext uri="{FF2B5EF4-FFF2-40B4-BE49-F238E27FC236}">
                <a16:creationId xmlns:a16="http://schemas.microsoft.com/office/drawing/2014/main" id="{09677CA3-C6A1-281C-C1C9-31640FC83BC8}"/>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4" name="Rounded Rectangle 16">
            <a:extLst>
              <a:ext uri="{FF2B5EF4-FFF2-40B4-BE49-F238E27FC236}">
                <a16:creationId xmlns:a16="http://schemas.microsoft.com/office/drawing/2014/main" id="{90053C93-812E-7EA4-9F24-6CCA282BC8F7}"/>
              </a:ext>
              <a:ext uri="{C183D7F6-B498-43B3-948B-1728B52AA6E4}">
                <adec:decorative xmlns:adec="http://schemas.microsoft.com/office/drawing/2017/decorative" val="1"/>
              </a:ext>
            </a:extLst>
          </p:cNvPr>
          <p:cNvSpPr/>
          <p:nvPr userDrawn="1"/>
        </p:nvSpPr>
        <p:spPr>
          <a:xfrm>
            <a:off x="6188076" y="1798638"/>
            <a:ext cx="5448300" cy="4386262"/>
          </a:xfrm>
          <a:prstGeom prst="roundRect">
            <a:avLst>
              <a:gd name="adj" fmla="val 3127"/>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2" name="Rounded Rectangle 16">
            <a:extLst>
              <a:ext uri="{FF2B5EF4-FFF2-40B4-BE49-F238E27FC236}">
                <a16:creationId xmlns:a16="http://schemas.microsoft.com/office/drawing/2014/main" id="{4FA5BBAA-78A1-A5B7-4B31-31DF74E06144}"/>
              </a:ext>
              <a:ext uri="{C183D7F6-B498-43B3-948B-1728B52AA6E4}">
                <adec:decorative xmlns:adec="http://schemas.microsoft.com/office/drawing/2017/decorative" val="1"/>
              </a:ext>
            </a:extLst>
          </p:cNvPr>
          <p:cNvSpPr/>
          <p:nvPr userDrawn="1"/>
        </p:nvSpPr>
        <p:spPr>
          <a:xfrm>
            <a:off x="549275" y="1798638"/>
            <a:ext cx="5459413" cy="4386262"/>
          </a:xfrm>
          <a:prstGeom prst="roundRect">
            <a:avLst>
              <a:gd name="adj" fmla="val 3127"/>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6" name="Title Placeholder 1">
            <a:extLst>
              <a:ext uri="{FF2B5EF4-FFF2-40B4-BE49-F238E27FC236}">
                <a16:creationId xmlns:a16="http://schemas.microsoft.com/office/drawing/2014/main" id="{FEA07CD8-A738-790B-DF20-318B008F21F5}"/>
              </a:ext>
            </a:extLst>
          </p:cNvPr>
          <p:cNvSpPr>
            <a:spLocks noGrp="1"/>
          </p:cNvSpPr>
          <p:nvPr>
            <p:ph type="title"/>
          </p:nvPr>
        </p:nvSpPr>
        <p:spPr>
          <a:xfrm>
            <a:off x="548640" y="530352"/>
            <a:ext cx="11089323" cy="594360"/>
          </a:xfrm>
          <a:prstGeom prst="rect">
            <a:avLst/>
          </a:prstGeom>
        </p:spPr>
        <p:txBody>
          <a:bodyPr vert="horz" lIns="0" tIns="0" rIns="0" bIns="0" rtlCol="0" anchor="t" anchorCtr="0">
            <a:noAutofit/>
          </a:bodyPr>
          <a:lstStyle>
            <a:lvl1pPr>
              <a:defRPr>
                <a:solidFill>
                  <a:schemeClr val="bg1"/>
                </a:solidFill>
              </a:defRPr>
            </a:lvl1pPr>
          </a:lstStyle>
          <a:p>
            <a:pPr lvl="0"/>
            <a:endParaRPr lang="en-US"/>
          </a:p>
        </p:txBody>
      </p:sp>
      <p:sp>
        <p:nvSpPr>
          <p:cNvPr id="8" name="Subtitle 2">
            <a:extLst>
              <a:ext uri="{FF2B5EF4-FFF2-40B4-BE49-F238E27FC236}">
                <a16:creationId xmlns:a16="http://schemas.microsoft.com/office/drawing/2014/main" id="{90E870A4-D85E-0EF0-81C4-99BAA592BF2E}"/>
              </a:ext>
            </a:extLst>
          </p:cNvPr>
          <p:cNvSpPr>
            <a:spLocks noGrp="1"/>
          </p:cNvSpPr>
          <p:nvPr>
            <p:ph type="subTitle" idx="1"/>
          </p:nvPr>
        </p:nvSpPr>
        <p:spPr>
          <a:xfrm>
            <a:off x="550008" y="1097279"/>
            <a:ext cx="11091545" cy="697459"/>
          </a:xfrm>
          <a:prstGeom prst="rect">
            <a:avLst/>
          </a:prstGeom>
        </p:spPr>
        <p:txBody>
          <a:bodyPr/>
          <a:lstStyle>
            <a:lvl1pPr marL="0" indent="0" algn="l">
              <a:lnSpc>
                <a:spcPct val="90000"/>
              </a:lnSpc>
              <a:buNone/>
              <a:defRPr sz="2000">
                <a:solidFill>
                  <a:schemeClr val="bg1"/>
                </a:solidFill>
                <a:latin typeface="ServiceNow Sans" panose="020B05040401010101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7">
            <a:extLst>
              <a:ext uri="{FF2B5EF4-FFF2-40B4-BE49-F238E27FC236}">
                <a16:creationId xmlns:a16="http://schemas.microsoft.com/office/drawing/2014/main" id="{BD426FEB-331C-661A-5AE0-9D716A3FF079}"/>
              </a:ext>
            </a:extLst>
          </p:cNvPr>
          <p:cNvSpPr>
            <a:spLocks noGrp="1"/>
          </p:cNvSpPr>
          <p:nvPr>
            <p:ph type="body" sz="quarter" idx="15" hasCustomPrompt="1"/>
          </p:nvPr>
        </p:nvSpPr>
        <p:spPr>
          <a:xfrm>
            <a:off x="1828798" y="6468451"/>
            <a:ext cx="4171951" cy="109728"/>
          </a:xfrm>
        </p:spPr>
        <p:txBody>
          <a:bodyPr anchor="b"/>
          <a:lstStyle>
            <a:lvl1pPr>
              <a:defRPr sz="800">
                <a:solidFill>
                  <a:schemeClr val="bg1"/>
                </a:solidFill>
              </a:defRPr>
            </a:lvl1pPr>
            <a:lvl2pPr>
              <a:defRPr sz="600"/>
            </a:lvl2pPr>
            <a:lvl3pPr>
              <a:defRPr sz="600"/>
            </a:lvl3pPr>
            <a:lvl4pPr>
              <a:defRPr sz="600"/>
            </a:lvl4pPr>
            <a:lvl5pPr>
              <a:defRPr sz="600"/>
            </a:lvl5pPr>
          </a:lstStyle>
          <a:p>
            <a:pPr lvl="0"/>
            <a:r>
              <a:rPr lang="en-US"/>
              <a:t>Footer</a:t>
            </a:r>
          </a:p>
        </p:txBody>
      </p:sp>
      <p:sp>
        <p:nvSpPr>
          <p:cNvPr id="13" name="Text Placeholder 7">
            <a:extLst>
              <a:ext uri="{FF2B5EF4-FFF2-40B4-BE49-F238E27FC236}">
                <a16:creationId xmlns:a16="http://schemas.microsoft.com/office/drawing/2014/main" id="{20B30290-A377-EB9C-07AC-408314840C5F}"/>
              </a:ext>
            </a:extLst>
          </p:cNvPr>
          <p:cNvSpPr>
            <a:spLocks noGrp="1"/>
          </p:cNvSpPr>
          <p:nvPr>
            <p:ph type="body" sz="quarter" idx="18" hasCustomPrompt="1"/>
          </p:nvPr>
        </p:nvSpPr>
        <p:spPr>
          <a:xfrm>
            <a:off x="6332000" y="6468451"/>
            <a:ext cx="4171951" cy="109728"/>
          </a:xfrm>
        </p:spPr>
        <p:txBody>
          <a:bodyPr anchor="b"/>
          <a:lstStyle>
            <a:lvl1pPr>
              <a:defRPr sz="800">
                <a:solidFill>
                  <a:schemeClr val="bg1"/>
                </a:solidFill>
              </a:defRPr>
            </a:lvl1pPr>
            <a:lvl2pPr>
              <a:defRPr sz="600"/>
            </a:lvl2pPr>
            <a:lvl3pPr>
              <a:defRPr sz="600"/>
            </a:lvl3pPr>
            <a:lvl4pPr>
              <a:defRPr sz="600"/>
            </a:lvl4pPr>
            <a:lvl5pPr>
              <a:defRPr sz="600"/>
            </a:lvl5pPr>
          </a:lstStyle>
          <a:p>
            <a:pPr lvl="0"/>
            <a:r>
              <a:rPr lang="en-US"/>
              <a:t>Footer</a:t>
            </a:r>
          </a:p>
        </p:txBody>
      </p:sp>
      <p:sp>
        <p:nvSpPr>
          <p:cNvPr id="11" name="Content Placeholder 15">
            <a:extLst>
              <a:ext uri="{FF2B5EF4-FFF2-40B4-BE49-F238E27FC236}">
                <a16:creationId xmlns:a16="http://schemas.microsoft.com/office/drawing/2014/main" id="{3CE45469-D73A-108A-40CF-B83A45487D87}"/>
              </a:ext>
            </a:extLst>
          </p:cNvPr>
          <p:cNvSpPr>
            <a:spLocks noGrp="1"/>
          </p:cNvSpPr>
          <p:nvPr>
            <p:ph sz="quarter" idx="16"/>
          </p:nvPr>
        </p:nvSpPr>
        <p:spPr>
          <a:xfrm>
            <a:off x="748179" y="1945923"/>
            <a:ext cx="5072718" cy="4083892"/>
          </a:xfrm>
          <a:prstGeom prst="roundRect">
            <a:avLst>
              <a:gd name="adj" fmla="val 3283"/>
            </a:avLst>
          </a:prstGeom>
        </p:spPr>
        <p:txBody>
          <a:bodyPr lIns="0" tIns="0" rIns="0" bIns="0"/>
          <a:lstStyle>
            <a:lvl1pPr marL="0" marR="0" indent="0" algn="l" defTabSz="914400" rtl="0" eaLnBrk="1" fontAlgn="auto" latinLnBrk="0" hangingPunct="1">
              <a:lnSpc>
                <a:spcPct val="100000"/>
              </a:lnSpc>
              <a:spcBef>
                <a:spcPts val="0"/>
              </a:spcBef>
              <a:spcAft>
                <a:spcPts val="1000"/>
              </a:spcAft>
              <a:buClrTx/>
              <a:buSzTx/>
              <a:buFont typeface="ServiceNow Sans Light" panose="020B0404040101010104" pitchFamily="34" charset="0"/>
              <a:buChar char="​"/>
              <a:tabLst/>
              <a:defRPr lang="en-US" sz="1400" b="0" i="0" spc="0" baseline="0">
                <a:solidFill>
                  <a:schemeClr val="bg1"/>
                </a:solidFill>
                <a:latin typeface="ServiceNow Sans Medium" panose="020B0504040101010104" pitchFamily="34" charset="77"/>
                <a:ea typeface="+mn-ea"/>
                <a:cs typeface="ServiceNow Sans Medium" panose="020B0504040101010104" pitchFamily="34" charset="77"/>
              </a:defRPr>
            </a:lvl1pPr>
            <a:lvl2pPr marL="182880" marR="0" indent="-182880" algn="l" defTabSz="914400" rtl="0" eaLnBrk="1" fontAlgn="auto" latinLnBrk="0" hangingPunct="1">
              <a:lnSpc>
                <a:spcPct val="100000"/>
              </a:lnSpc>
              <a:spcBef>
                <a:spcPts val="0"/>
              </a:spcBef>
              <a:spcAft>
                <a:spcPts val="1000"/>
              </a:spcAft>
              <a:buClrTx/>
              <a:buSzPct val="110000"/>
              <a:buFont typeface="ServiceNow Sans Light" panose="020B0404040101010104" pitchFamily="34" charset="0"/>
              <a:buChar char="•"/>
              <a:tabLst/>
              <a:defRPr lang="en-US" sz="1600" b="0" i="0" spc="0" baseline="0">
                <a:solidFill>
                  <a:schemeClr val="bg1"/>
                </a:solidFill>
                <a:latin typeface="+mn-lt"/>
                <a:ea typeface="+mn-ea"/>
                <a:cs typeface="ServiceNow Sans Light" panose="020B0404040101010104" pitchFamily="34" charset="77"/>
              </a:defRPr>
            </a:lvl2pPr>
            <a:lvl3pPr marL="365760" marR="0" indent="-182880" algn="l" defTabSz="914400" rtl="0" eaLnBrk="1" fontAlgn="auto" latinLnBrk="0" hangingPunct="1">
              <a:lnSpc>
                <a:spcPct val="100000"/>
              </a:lnSpc>
              <a:spcBef>
                <a:spcPts val="0"/>
              </a:spcBef>
              <a:spcAft>
                <a:spcPts val="1000"/>
              </a:spcAft>
              <a:buClrTx/>
              <a:buSzPct val="110000"/>
              <a:buFont typeface="ServiceNow Sans Light" panose="020B0404040101010104" pitchFamily="34" charset="0"/>
              <a:buChar char="•"/>
              <a:tabLst/>
              <a:defRPr lang="en-US" sz="1400" b="0" i="0" spc="0" baseline="0">
                <a:solidFill>
                  <a:schemeClr val="bg1"/>
                </a:solidFill>
                <a:latin typeface="+mn-lt"/>
                <a:ea typeface="+mn-ea"/>
                <a:cs typeface="ServiceNow Sans Light" panose="020B0404040101010104" pitchFamily="34" charset="77"/>
              </a:defRPr>
            </a:lvl3pPr>
            <a:lvl4pPr marL="548640" marR="0" indent="-182880" algn="l" defTabSz="914400" rtl="0" eaLnBrk="1" fontAlgn="auto" latinLnBrk="0" hangingPunct="1">
              <a:lnSpc>
                <a:spcPct val="100000"/>
              </a:lnSpc>
              <a:spcBef>
                <a:spcPts val="0"/>
              </a:spcBef>
              <a:spcAft>
                <a:spcPts val="1000"/>
              </a:spcAft>
              <a:buClrTx/>
              <a:buSzPct val="110000"/>
              <a:buFont typeface="ServiceNow Sans Light" panose="020B0404040101010104" pitchFamily="34" charset="0"/>
              <a:buChar char="•"/>
              <a:tabLst/>
              <a:defRPr/>
            </a:lvl4pPr>
            <a:lvl5pPr marL="731520" marR="0" indent="-182880" algn="l" defTabSz="914400" rtl="0" eaLnBrk="1" fontAlgn="auto" latinLnBrk="0" hangingPunct="1">
              <a:lnSpc>
                <a:spcPct val="100000"/>
              </a:lnSpc>
              <a:spcBef>
                <a:spcPts val="0"/>
              </a:spcBef>
              <a:spcAft>
                <a:spcPts val="1000"/>
              </a:spcAft>
              <a:buClrTx/>
              <a:buSzPct val="110000"/>
              <a:buFont typeface="ServiceNow Sans Light" panose="020B0404040101010104" pitchFamily="34" charset="0"/>
              <a:buChar char="•"/>
              <a:tabLst/>
              <a:defRPr/>
            </a:lvl5pPr>
            <a:lvl6pPr marL="731520" marR="0" indent="-182880" algn="l" defTabSz="914400" rtl="0" eaLnBrk="1" fontAlgn="auto" latinLnBrk="0" hangingPunct="1">
              <a:lnSpc>
                <a:spcPct val="100000"/>
              </a:lnSpc>
              <a:spcBef>
                <a:spcPts val="0"/>
              </a:spcBef>
              <a:spcAft>
                <a:spcPts val="1000"/>
              </a:spcAft>
              <a:buClrTx/>
              <a:buSzPct val="110000"/>
              <a:buFont typeface="ServiceNow Sans Light" panose="020B0404040101010104" pitchFamily="34" charset="0"/>
              <a:buChar char="•"/>
              <a:tabLst/>
              <a:defRPr/>
            </a:lvl6pPr>
          </a:lstStyle>
          <a:p>
            <a:pPr marL="0" marR="0" lvl="0" indent="0" algn="l" defTabSz="914400" rtl="0" eaLnBrk="1" fontAlgn="auto" latinLnBrk="0" hangingPunct="1">
              <a:lnSpc>
                <a:spcPct val="100000"/>
              </a:lnSpc>
              <a:spcBef>
                <a:spcPts val="0"/>
              </a:spcBef>
              <a:spcAft>
                <a:spcPts val="1000"/>
              </a:spcAft>
              <a:buClrTx/>
              <a:buSzTx/>
              <a:buFont typeface="ServiceNow Sans Light" panose="020B0404040101010104" pitchFamily="34" charset="0"/>
              <a:buChar char="​"/>
              <a:tabLst/>
              <a:defRPr/>
            </a:pPr>
            <a:r>
              <a:rPr kumimoji="0" lang="en-US" sz="1800" b="0" i="0" u="none" strike="noStrike" cap="none" spc="0" normalizeH="0" baseline="0" noProof="0">
                <a:ln>
                  <a:noFill/>
                </a:ln>
                <a:solidFill>
                  <a:srgbClr val="FFFFFF"/>
                </a:solidFill>
                <a:effectLst/>
                <a:uLnTx/>
                <a:uFillTx/>
                <a:latin typeface="+mn-lt"/>
                <a:ea typeface="+mn-ea"/>
              </a:rPr>
              <a:t>Click to edit</a:t>
            </a:r>
            <a:endParaRPr kumimoji="0" lang="en-US" sz="1400" b="0" i="0" u="none" strike="noStrike" cap="none" spc="0" normalizeH="0" baseline="0" noProof="0">
              <a:ln>
                <a:noFill/>
              </a:ln>
              <a:solidFill>
                <a:srgbClr val="FFFFFF"/>
              </a:solidFill>
              <a:effectLst/>
              <a:uLnTx/>
              <a:uFillTx/>
              <a:latin typeface="+mn-lt"/>
              <a:ea typeface="+mn-ea"/>
            </a:endParaRPr>
          </a:p>
        </p:txBody>
      </p:sp>
      <p:sp>
        <p:nvSpPr>
          <p:cNvPr id="14" name="Content Placeholder 15">
            <a:extLst>
              <a:ext uri="{FF2B5EF4-FFF2-40B4-BE49-F238E27FC236}">
                <a16:creationId xmlns:a16="http://schemas.microsoft.com/office/drawing/2014/main" id="{09D603C5-41B0-9C75-57AA-9882C68DDE78}"/>
              </a:ext>
            </a:extLst>
          </p:cNvPr>
          <p:cNvSpPr>
            <a:spLocks noGrp="1"/>
          </p:cNvSpPr>
          <p:nvPr>
            <p:ph sz="quarter" idx="17"/>
          </p:nvPr>
        </p:nvSpPr>
        <p:spPr>
          <a:xfrm>
            <a:off x="6375868" y="1945924"/>
            <a:ext cx="5072718" cy="4083892"/>
          </a:xfrm>
          <a:prstGeom prst="roundRect">
            <a:avLst>
              <a:gd name="adj" fmla="val 3283"/>
            </a:avLst>
          </a:prstGeom>
        </p:spPr>
        <p:txBody>
          <a:bodyPr lIns="0" tIns="0" rIns="0" bIns="0"/>
          <a:lstStyle>
            <a:lvl1pPr marL="0" indent="0">
              <a:defRPr lang="en-US" sz="1400" b="0" i="0" spc="0" baseline="0" dirty="0" smtClean="0">
                <a:solidFill>
                  <a:schemeClr val="bg1"/>
                </a:solidFill>
                <a:latin typeface="ServiceNow Sans Medium" panose="020B0504040101010104" pitchFamily="34" charset="77"/>
                <a:ea typeface="+mn-ea"/>
                <a:cs typeface="ServiceNow Sans Medium" panose="020B0504040101010104" pitchFamily="34" charset="77"/>
              </a:defRPr>
            </a:lvl1pPr>
            <a:lvl2pPr marL="285750" indent="-285750">
              <a:defRPr lang="en-US" sz="1600" b="0" i="0" spc="0" baseline="0" dirty="0" smtClean="0">
                <a:solidFill>
                  <a:schemeClr val="tx1"/>
                </a:solidFill>
                <a:latin typeface="+mn-lt"/>
                <a:ea typeface="+mn-ea"/>
                <a:cs typeface="ServiceNow Sans Light" panose="020B0404040101010104" pitchFamily="34" charset="77"/>
              </a:defRPr>
            </a:lvl2pPr>
            <a:lvl3pPr marL="459486" indent="-285750">
              <a:defRPr lang="en-US" sz="1400" b="0" i="0" spc="0" baseline="0" dirty="0" smtClean="0">
                <a:solidFill>
                  <a:schemeClr val="tx1"/>
                </a:solidFill>
                <a:latin typeface="+mn-lt"/>
                <a:ea typeface="+mn-ea"/>
                <a:cs typeface="ServiceNow Sans Light" panose="020B0404040101010104" pitchFamily="34" charset="77"/>
              </a:defRPr>
            </a:lvl3pPr>
          </a:lstStyle>
          <a:p>
            <a:pPr marL="0" marR="0" lvl="0" indent="0" algn="l" defTabSz="914400" rtl="0" eaLnBrk="1" fontAlgn="auto" latinLnBrk="0" hangingPunct="1">
              <a:lnSpc>
                <a:spcPct val="100000"/>
              </a:lnSpc>
              <a:spcBef>
                <a:spcPts val="0"/>
              </a:spcBef>
              <a:spcAft>
                <a:spcPts val="1000"/>
              </a:spcAft>
              <a:buClrTx/>
              <a:buSzTx/>
              <a:buFont typeface="ServiceNow Sans Light" panose="020B0404040101010104" pitchFamily="34" charset="0"/>
              <a:buChar char="​"/>
              <a:tabLst/>
              <a:defRPr/>
            </a:pPr>
            <a:r>
              <a:rPr kumimoji="0" lang="en-US" sz="1800" b="0" i="0" u="none" strike="noStrike" cap="none" spc="0" normalizeH="0" baseline="0" noProof="0">
                <a:ln>
                  <a:noFill/>
                </a:ln>
                <a:solidFill>
                  <a:srgbClr val="FFFFFF"/>
                </a:solidFill>
                <a:effectLst/>
                <a:uLnTx/>
                <a:uFillTx/>
                <a:latin typeface="ServiceNow Sans Light"/>
                <a:ea typeface="+mn-ea"/>
              </a:rPr>
              <a:t>Click to edit</a:t>
            </a:r>
            <a:endParaRPr kumimoji="0" lang="en-US" sz="1400" b="0" i="0" u="none" strike="noStrike" cap="none" spc="0" normalizeH="0" baseline="0" noProof="0">
              <a:ln>
                <a:noFill/>
              </a:ln>
              <a:solidFill>
                <a:srgbClr val="FFFFFF"/>
              </a:solidFill>
              <a:effectLst/>
              <a:uLnTx/>
              <a:uFillTx/>
              <a:latin typeface="ServiceNow Sans Light"/>
              <a:ea typeface="+mn-ea"/>
            </a:endParaRPr>
          </a:p>
        </p:txBody>
      </p:sp>
    </p:spTree>
    <p:extLst>
      <p:ext uri="{BB962C8B-B14F-4D97-AF65-F5344CB8AC3E}">
        <p14:creationId xmlns:p14="http://schemas.microsoft.com/office/powerpoint/2010/main" val="26019853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ubtitle with One Graphic">
    <p:bg>
      <p:bgPr>
        <a:solidFill>
          <a:srgbClr val="F2F2F2"/>
        </a:solidFill>
        <a:effectLst/>
      </p:bgPr>
    </p:bg>
    <p:spTree>
      <p:nvGrpSpPr>
        <p:cNvPr id="1" name=""/>
        <p:cNvGrpSpPr/>
        <p:nvPr/>
      </p:nvGrpSpPr>
      <p:grpSpPr>
        <a:xfrm>
          <a:off x="0" y="0"/>
          <a:ext cx="0" cy="0"/>
          <a:chOff x="0" y="0"/>
          <a:chExt cx="0" cy="0"/>
        </a:xfrm>
      </p:grpSpPr>
      <p:pic>
        <p:nvPicPr>
          <p:cNvPr id="3" name="Picture 2" descr="A blue and green background&#10;&#10;AI-generated content may be incorrect.">
            <a:extLst>
              <a:ext uri="{FF2B5EF4-FFF2-40B4-BE49-F238E27FC236}">
                <a16:creationId xmlns:a16="http://schemas.microsoft.com/office/drawing/2014/main" id="{F9469ABC-27FD-EFCE-6C93-CD0F53393638}"/>
              </a:ext>
            </a:extLst>
          </p:cNvPr>
          <p:cNvPicPr>
            <a:picLocks noGrp="1" noRot="1" noMove="1" noResize="1" noEditPoints="1" noAdjustHandles="1" noChangeArrowheads="1" noChangeShapeType="1" noCrop="1"/>
          </p:cNvPicPr>
          <p:nvPr userDrawn="1"/>
        </p:nvPicPr>
        <p:blipFill>
          <a:blip r:embed="rId2"/>
          <a:stretch>
            <a:fillRect/>
          </a:stretch>
        </p:blipFill>
        <p:spPr>
          <a:xfrm>
            <a:off x="0" y="0"/>
            <a:ext cx="12190415" cy="6867144"/>
          </a:xfrm>
          <a:prstGeom prst="rect">
            <a:avLst/>
          </a:prstGeom>
        </p:spPr>
      </p:pic>
      <p:pic>
        <p:nvPicPr>
          <p:cNvPr id="4" name="Picture 15">
            <a:extLst>
              <a:ext uri="{FF2B5EF4-FFF2-40B4-BE49-F238E27FC236}">
                <a16:creationId xmlns:a16="http://schemas.microsoft.com/office/drawing/2014/main" id="{DB74DC81-CE46-3524-9232-2ADE767DE4C4}"/>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5" name="Slide Number Placeholder 5">
            <a:extLst>
              <a:ext uri="{FF2B5EF4-FFF2-40B4-BE49-F238E27FC236}">
                <a16:creationId xmlns:a16="http://schemas.microsoft.com/office/drawing/2014/main" id="{091149DA-C9CA-AFB1-1D11-E34FD890CC39}"/>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2" name="Rounded Rectangle 16">
            <a:extLst>
              <a:ext uri="{FF2B5EF4-FFF2-40B4-BE49-F238E27FC236}">
                <a16:creationId xmlns:a16="http://schemas.microsoft.com/office/drawing/2014/main" id="{4FA5BBAA-78A1-A5B7-4B31-31DF74E06144}"/>
              </a:ext>
              <a:ext uri="{C183D7F6-B498-43B3-948B-1728B52AA6E4}">
                <adec:decorative xmlns:adec="http://schemas.microsoft.com/office/drawing/2017/decorative" val="1"/>
              </a:ext>
            </a:extLst>
          </p:cNvPr>
          <p:cNvSpPr/>
          <p:nvPr userDrawn="1"/>
        </p:nvSpPr>
        <p:spPr>
          <a:xfrm>
            <a:off x="549274" y="1798638"/>
            <a:ext cx="11087102" cy="4386262"/>
          </a:xfrm>
          <a:prstGeom prst="roundRect">
            <a:avLst>
              <a:gd name="adj" fmla="val 3127"/>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6" name="Title Placeholder 1">
            <a:extLst>
              <a:ext uri="{FF2B5EF4-FFF2-40B4-BE49-F238E27FC236}">
                <a16:creationId xmlns:a16="http://schemas.microsoft.com/office/drawing/2014/main" id="{FEA07CD8-A738-790B-DF20-318B008F21F5}"/>
              </a:ext>
            </a:extLst>
          </p:cNvPr>
          <p:cNvSpPr>
            <a:spLocks noGrp="1"/>
          </p:cNvSpPr>
          <p:nvPr>
            <p:ph type="title"/>
          </p:nvPr>
        </p:nvSpPr>
        <p:spPr>
          <a:xfrm>
            <a:off x="548640" y="530352"/>
            <a:ext cx="11089323" cy="594360"/>
          </a:xfrm>
          <a:prstGeom prst="rect">
            <a:avLst/>
          </a:prstGeom>
        </p:spPr>
        <p:txBody>
          <a:bodyPr vert="horz" lIns="0" tIns="0" rIns="0" bIns="0" rtlCol="0" anchor="t" anchorCtr="0">
            <a:noAutofit/>
          </a:bodyPr>
          <a:lstStyle>
            <a:lvl1pPr>
              <a:defRPr>
                <a:solidFill>
                  <a:schemeClr val="bg1"/>
                </a:solidFill>
              </a:defRPr>
            </a:lvl1pPr>
          </a:lstStyle>
          <a:p>
            <a:pPr lvl="0"/>
            <a:endParaRPr lang="en-US"/>
          </a:p>
        </p:txBody>
      </p:sp>
      <p:sp>
        <p:nvSpPr>
          <p:cNvPr id="8" name="Subtitle 2">
            <a:extLst>
              <a:ext uri="{FF2B5EF4-FFF2-40B4-BE49-F238E27FC236}">
                <a16:creationId xmlns:a16="http://schemas.microsoft.com/office/drawing/2014/main" id="{90E870A4-D85E-0EF0-81C4-99BAA592BF2E}"/>
              </a:ext>
            </a:extLst>
          </p:cNvPr>
          <p:cNvSpPr>
            <a:spLocks noGrp="1"/>
          </p:cNvSpPr>
          <p:nvPr>
            <p:ph type="subTitle" idx="1"/>
          </p:nvPr>
        </p:nvSpPr>
        <p:spPr>
          <a:xfrm>
            <a:off x="550008" y="1097279"/>
            <a:ext cx="11091545" cy="697459"/>
          </a:xfrm>
          <a:prstGeom prst="rect">
            <a:avLst/>
          </a:prstGeom>
        </p:spPr>
        <p:txBody>
          <a:bodyPr/>
          <a:lstStyle>
            <a:lvl1pPr marL="0" indent="0" algn="l">
              <a:lnSpc>
                <a:spcPct val="90000"/>
              </a:lnSpc>
              <a:buNone/>
              <a:defRPr sz="2000">
                <a:solidFill>
                  <a:schemeClr val="bg1"/>
                </a:solidFill>
                <a:latin typeface="ServiceNow Sans" panose="020B05040401010101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Content Placeholder 6">
            <a:extLst>
              <a:ext uri="{FF2B5EF4-FFF2-40B4-BE49-F238E27FC236}">
                <a16:creationId xmlns:a16="http://schemas.microsoft.com/office/drawing/2014/main" id="{B3A9A7EE-1FE3-C4E0-355C-C8C334ED4970}"/>
              </a:ext>
            </a:extLst>
          </p:cNvPr>
          <p:cNvSpPr>
            <a:spLocks noGrp="1"/>
          </p:cNvSpPr>
          <p:nvPr>
            <p:ph sz="quarter" idx="10"/>
          </p:nvPr>
        </p:nvSpPr>
        <p:spPr>
          <a:xfrm>
            <a:off x="549275" y="1798638"/>
            <a:ext cx="11087100" cy="4398962"/>
          </a:xfrm>
          <a:prstGeom prst="rect">
            <a:avLst/>
          </a:prstGeom>
        </p:spPr>
        <p:txBody>
          <a:bodyPr lIns="274320" tIns="274320" rIns="274320"/>
          <a:lstStyle>
            <a:lvl1pPr>
              <a:defRPr b="0" i="0">
                <a:solidFill>
                  <a:schemeClr val="bg1"/>
                </a:solidFill>
                <a:latin typeface="ServiceNow Sans Medium" panose="020B0504040101010104" pitchFamily="34"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7">
            <a:extLst>
              <a:ext uri="{FF2B5EF4-FFF2-40B4-BE49-F238E27FC236}">
                <a16:creationId xmlns:a16="http://schemas.microsoft.com/office/drawing/2014/main" id="{292D4F31-00FD-0BC0-3284-F5C37A612104}"/>
              </a:ext>
            </a:extLst>
          </p:cNvPr>
          <p:cNvSpPr>
            <a:spLocks noGrp="1"/>
          </p:cNvSpPr>
          <p:nvPr>
            <p:ph type="body" sz="quarter" idx="15" hasCustomPrompt="1"/>
          </p:nvPr>
        </p:nvSpPr>
        <p:spPr>
          <a:xfrm>
            <a:off x="1828798" y="6468451"/>
            <a:ext cx="9253538" cy="109728"/>
          </a:xfrm>
        </p:spPr>
        <p:txBody>
          <a:bodyPr anchor="b"/>
          <a:lstStyle>
            <a:lvl1pPr>
              <a:defRPr sz="800">
                <a:solidFill>
                  <a:schemeClr val="bg1"/>
                </a:solidFill>
              </a:defRPr>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334803414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with One Graphic">
    <p:bg>
      <p:bgPr>
        <a:solidFill>
          <a:srgbClr val="F2F2F2"/>
        </a:solidFill>
        <a:effectLst/>
      </p:bgPr>
    </p:bg>
    <p:spTree>
      <p:nvGrpSpPr>
        <p:cNvPr id="1" name=""/>
        <p:cNvGrpSpPr/>
        <p:nvPr/>
      </p:nvGrpSpPr>
      <p:grpSpPr>
        <a:xfrm>
          <a:off x="0" y="0"/>
          <a:ext cx="0" cy="0"/>
          <a:chOff x="0" y="0"/>
          <a:chExt cx="0" cy="0"/>
        </a:xfrm>
      </p:grpSpPr>
      <p:pic>
        <p:nvPicPr>
          <p:cNvPr id="4" name="Picture 3" descr="A blue and green background&#10;&#10;AI-generated content may be incorrect.">
            <a:extLst>
              <a:ext uri="{FF2B5EF4-FFF2-40B4-BE49-F238E27FC236}">
                <a16:creationId xmlns:a16="http://schemas.microsoft.com/office/drawing/2014/main" id="{38C58BF1-6794-C907-F3FD-54D42182F3A7}"/>
              </a:ext>
            </a:extLst>
          </p:cNvPr>
          <p:cNvPicPr>
            <a:picLocks noGrp="1" noRot="1" noMove="1" noResize="1" noEditPoints="1" noAdjustHandles="1" noChangeArrowheads="1" noChangeShapeType="1" noCrop="1"/>
          </p:cNvPicPr>
          <p:nvPr userDrawn="1"/>
        </p:nvPicPr>
        <p:blipFill>
          <a:blip r:embed="rId2"/>
          <a:stretch>
            <a:fillRect/>
          </a:stretch>
        </p:blipFill>
        <p:spPr>
          <a:xfrm>
            <a:off x="0" y="0"/>
            <a:ext cx="12190415" cy="6867144"/>
          </a:xfrm>
          <a:prstGeom prst="rect">
            <a:avLst/>
          </a:prstGeom>
        </p:spPr>
      </p:pic>
      <p:pic>
        <p:nvPicPr>
          <p:cNvPr id="6" name="Picture 15">
            <a:extLst>
              <a:ext uri="{FF2B5EF4-FFF2-40B4-BE49-F238E27FC236}">
                <a16:creationId xmlns:a16="http://schemas.microsoft.com/office/drawing/2014/main" id="{0C2E3E58-4B02-42C3-495C-92F8AD976080}"/>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7" name="Slide Number Placeholder 5">
            <a:extLst>
              <a:ext uri="{FF2B5EF4-FFF2-40B4-BE49-F238E27FC236}">
                <a16:creationId xmlns:a16="http://schemas.microsoft.com/office/drawing/2014/main" id="{13A7A849-958A-587F-263E-31BFD6293EC9}"/>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2" name="Rounded Rectangle 4">
            <a:extLst>
              <a:ext uri="{FF2B5EF4-FFF2-40B4-BE49-F238E27FC236}">
                <a16:creationId xmlns:a16="http://schemas.microsoft.com/office/drawing/2014/main" id="{73DF4A29-42FE-194E-745F-9A77294E21D0}"/>
              </a:ext>
              <a:ext uri="{C183D7F6-B498-43B3-948B-1728B52AA6E4}">
                <adec:decorative xmlns:adec="http://schemas.microsoft.com/office/drawing/2017/decorative" val="1"/>
              </a:ext>
            </a:extLst>
          </p:cNvPr>
          <p:cNvSpPr/>
          <p:nvPr userDrawn="1"/>
        </p:nvSpPr>
        <p:spPr>
          <a:xfrm>
            <a:off x="546100" y="1250950"/>
            <a:ext cx="11091863" cy="4932364"/>
          </a:xfrm>
          <a:prstGeom prst="roundRect">
            <a:avLst>
              <a:gd name="adj" fmla="val 2401"/>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5" name="Content Placeholder 5">
            <a:extLst>
              <a:ext uri="{FF2B5EF4-FFF2-40B4-BE49-F238E27FC236}">
                <a16:creationId xmlns:a16="http://schemas.microsoft.com/office/drawing/2014/main" id="{81F30B64-0B24-CDA0-E9C1-8FF5BD6DE5BC}"/>
              </a:ext>
              <a:ext uri="{C183D7F6-B498-43B3-948B-1728B52AA6E4}">
                <adec:decorative xmlns:adec="http://schemas.microsoft.com/office/drawing/2017/decorative" val="1"/>
              </a:ext>
            </a:extLst>
          </p:cNvPr>
          <p:cNvSpPr>
            <a:spLocks noGrp="1"/>
          </p:cNvSpPr>
          <p:nvPr>
            <p:ph sz="quarter" idx="11"/>
          </p:nvPr>
        </p:nvSpPr>
        <p:spPr bwMode="invGray">
          <a:xfrm>
            <a:off x="707610" y="1376093"/>
            <a:ext cx="10767214" cy="4671970"/>
          </a:xfrm>
          <a:prstGeom prst="roundRect">
            <a:avLst>
              <a:gd name="adj" fmla="val 1337"/>
            </a:avLst>
          </a:prstGeom>
        </p:spPr>
        <p:txBody>
          <a:bodyPr/>
          <a:lstStyle>
            <a:lvl1pPr marL="0" indent="0">
              <a:lnSpc>
                <a:spcPct val="82000"/>
              </a:lnSpc>
              <a:spcBef>
                <a:spcPts val="1200"/>
              </a:spcBef>
              <a:buNone/>
              <a:defRPr sz="1800" b="0" i="0" spc="0" baseline="0">
                <a:solidFill>
                  <a:schemeClr val="bg1"/>
                </a:solidFill>
                <a:latin typeface="ServiceNow Sans Medium" panose="020B0504040101010104" pitchFamily="34" charset="77"/>
              </a:defRPr>
            </a:lvl1pPr>
            <a:lvl2pPr>
              <a:buNone/>
              <a:defRPr sz="1400">
                <a:solidFill>
                  <a:schemeClr val="bg2"/>
                </a:solidFill>
              </a:defRPr>
            </a:lvl2pPr>
          </a:lstStyle>
          <a:p>
            <a:pPr lvl="0"/>
            <a:r>
              <a:rPr lang="en-US"/>
              <a:t>Click to edit</a:t>
            </a:r>
          </a:p>
        </p:txBody>
      </p:sp>
      <p:sp>
        <p:nvSpPr>
          <p:cNvPr id="3" name="Title 5">
            <a:extLst>
              <a:ext uri="{FF2B5EF4-FFF2-40B4-BE49-F238E27FC236}">
                <a16:creationId xmlns:a16="http://schemas.microsoft.com/office/drawing/2014/main" id="{1AB8A4B3-FACF-8AA7-A497-73B6C11F388D}"/>
              </a:ext>
            </a:extLst>
          </p:cNvPr>
          <p:cNvSpPr>
            <a:spLocks noGrp="1"/>
          </p:cNvSpPr>
          <p:nvPr>
            <p:ph type="title"/>
          </p:nvPr>
        </p:nvSpPr>
        <p:spPr>
          <a:xfrm>
            <a:off x="548640" y="530352"/>
            <a:ext cx="11082973" cy="594360"/>
          </a:xfrm>
        </p:spPr>
        <p:txBody>
          <a:bodyPr vert="horz" lIns="0" tIns="0" rIns="0" bIns="0" rtlCol="0" anchor="t" anchorCtr="0">
            <a:noAutofit/>
          </a:bodyPr>
          <a:lstStyle>
            <a:lvl1pPr>
              <a:defRPr lang="en-US" spc="0">
                <a:solidFill>
                  <a:schemeClr val="bg1"/>
                </a:solidFill>
              </a:defRPr>
            </a:lvl1pPr>
          </a:lstStyle>
          <a:p>
            <a:pPr lvl="0"/>
            <a:endParaRPr lang="en-US"/>
          </a:p>
        </p:txBody>
      </p:sp>
      <p:sp>
        <p:nvSpPr>
          <p:cNvPr id="10" name="Text Placeholder 7">
            <a:extLst>
              <a:ext uri="{FF2B5EF4-FFF2-40B4-BE49-F238E27FC236}">
                <a16:creationId xmlns:a16="http://schemas.microsoft.com/office/drawing/2014/main" id="{7DAD2572-F9B9-68DB-AACC-5E70C9CC5F17}"/>
              </a:ext>
            </a:extLst>
          </p:cNvPr>
          <p:cNvSpPr>
            <a:spLocks noGrp="1"/>
          </p:cNvSpPr>
          <p:nvPr>
            <p:ph type="body" sz="quarter" idx="15" hasCustomPrompt="1"/>
          </p:nvPr>
        </p:nvSpPr>
        <p:spPr>
          <a:xfrm>
            <a:off x="1828798" y="6468451"/>
            <a:ext cx="9253538" cy="109728"/>
          </a:xfrm>
        </p:spPr>
        <p:txBody>
          <a:bodyPr anchor="b"/>
          <a:lstStyle>
            <a:lvl1pPr>
              <a:defRPr sz="800">
                <a:solidFill>
                  <a:schemeClr val="bg1"/>
                </a:solidFill>
              </a:defRPr>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213716861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le Center">
    <p:bg>
      <p:bgPr>
        <a:solidFill>
          <a:srgbClr val="F2F2F2"/>
        </a:solidFill>
        <a:effectLst/>
      </p:bgPr>
    </p:bg>
    <p:spTree>
      <p:nvGrpSpPr>
        <p:cNvPr id="1" name=""/>
        <p:cNvGrpSpPr/>
        <p:nvPr/>
      </p:nvGrpSpPr>
      <p:grpSpPr>
        <a:xfrm>
          <a:off x="0" y="0"/>
          <a:ext cx="0" cy="0"/>
          <a:chOff x="0" y="0"/>
          <a:chExt cx="0" cy="0"/>
        </a:xfrm>
      </p:grpSpPr>
      <p:pic>
        <p:nvPicPr>
          <p:cNvPr id="2" name="Picture 1" descr="A blue and green background&#10;&#10;AI-generated content may be incorrect.">
            <a:extLst>
              <a:ext uri="{FF2B5EF4-FFF2-40B4-BE49-F238E27FC236}">
                <a16:creationId xmlns:a16="http://schemas.microsoft.com/office/drawing/2014/main" id="{26CCFB7D-69E8-1089-C262-F4E98C655885}"/>
              </a:ext>
            </a:extLst>
          </p:cNvPr>
          <p:cNvPicPr>
            <a:picLocks noGrp="1" noRot="1" noMove="1" noResize="1" noEditPoints="1" noAdjustHandles="1" noChangeArrowheads="1" noChangeShapeType="1" noCrop="1"/>
          </p:cNvPicPr>
          <p:nvPr userDrawn="1"/>
        </p:nvPicPr>
        <p:blipFill>
          <a:blip r:embed="rId2"/>
          <a:stretch>
            <a:fillRect/>
          </a:stretch>
        </p:blipFill>
        <p:spPr>
          <a:xfrm>
            <a:off x="0" y="0"/>
            <a:ext cx="12190415" cy="6867144"/>
          </a:xfrm>
          <a:prstGeom prst="rect">
            <a:avLst/>
          </a:prstGeom>
        </p:spPr>
      </p:pic>
      <p:pic>
        <p:nvPicPr>
          <p:cNvPr id="3" name="Picture 15">
            <a:extLst>
              <a:ext uri="{FF2B5EF4-FFF2-40B4-BE49-F238E27FC236}">
                <a16:creationId xmlns:a16="http://schemas.microsoft.com/office/drawing/2014/main" id="{04E5E12C-ACBE-BAB3-E072-8F745DEC3CD4}"/>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6" name="Slide Number Placeholder 5">
            <a:extLst>
              <a:ext uri="{FF2B5EF4-FFF2-40B4-BE49-F238E27FC236}">
                <a16:creationId xmlns:a16="http://schemas.microsoft.com/office/drawing/2014/main" id="{3BEF60CE-72AE-6E0B-697E-23122C070903}"/>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4" name="Rounded Rectangle 4">
            <a:extLst>
              <a:ext uri="{FF2B5EF4-FFF2-40B4-BE49-F238E27FC236}">
                <a16:creationId xmlns:a16="http://schemas.microsoft.com/office/drawing/2014/main" id="{073EAA23-21C0-8DE0-817E-DC26D99B0FB1}"/>
              </a:ext>
              <a:ext uri="{C183D7F6-B498-43B3-948B-1728B52AA6E4}">
                <adec:decorative xmlns:adec="http://schemas.microsoft.com/office/drawing/2017/decorative" val="1"/>
              </a:ext>
            </a:extLst>
          </p:cNvPr>
          <p:cNvSpPr/>
          <p:nvPr userDrawn="1"/>
        </p:nvSpPr>
        <p:spPr>
          <a:xfrm>
            <a:off x="2995797" y="1250950"/>
            <a:ext cx="6198023" cy="4932364"/>
          </a:xfrm>
          <a:prstGeom prst="roundRect">
            <a:avLst>
              <a:gd name="adj" fmla="val 2401"/>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p>
        </p:txBody>
      </p:sp>
      <p:sp>
        <p:nvSpPr>
          <p:cNvPr id="9" name="Content Placeholder 5">
            <a:extLst>
              <a:ext uri="{FF2B5EF4-FFF2-40B4-BE49-F238E27FC236}">
                <a16:creationId xmlns:a16="http://schemas.microsoft.com/office/drawing/2014/main" id="{54A46D15-6C8B-5CE8-B916-83C1920F60B6}"/>
              </a:ext>
              <a:ext uri="{C183D7F6-B498-43B3-948B-1728B52AA6E4}">
                <adec:decorative xmlns:adec="http://schemas.microsoft.com/office/drawing/2017/decorative" val="1"/>
              </a:ext>
            </a:extLst>
          </p:cNvPr>
          <p:cNvSpPr>
            <a:spLocks noGrp="1"/>
          </p:cNvSpPr>
          <p:nvPr>
            <p:ph sz="quarter" idx="11"/>
          </p:nvPr>
        </p:nvSpPr>
        <p:spPr bwMode="invGray">
          <a:xfrm>
            <a:off x="3104321" y="1359474"/>
            <a:ext cx="5980976" cy="4715316"/>
          </a:xfrm>
          <a:prstGeom prst="roundRect">
            <a:avLst>
              <a:gd name="adj" fmla="val 1337"/>
            </a:avLst>
          </a:prstGeom>
        </p:spPr>
        <p:txBody>
          <a:bodyPr/>
          <a:lstStyle>
            <a:lvl1pPr marL="0" indent="0">
              <a:lnSpc>
                <a:spcPct val="82000"/>
              </a:lnSpc>
              <a:spcBef>
                <a:spcPts val="1200"/>
              </a:spcBef>
              <a:buNone/>
              <a:defRPr sz="1400" spc="0" baseline="0">
                <a:solidFill>
                  <a:schemeClr val="bg1"/>
                </a:solidFill>
              </a:defRPr>
            </a:lvl1pPr>
            <a:lvl2pPr>
              <a:buNone/>
              <a:defRPr sz="1400">
                <a:solidFill>
                  <a:schemeClr val="bg2"/>
                </a:solidFill>
              </a:defRPr>
            </a:lvl2pPr>
          </a:lstStyle>
          <a:p>
            <a:pPr lvl="0"/>
            <a:r>
              <a:rPr lang="en-US"/>
              <a:t>Click to edit</a:t>
            </a:r>
          </a:p>
        </p:txBody>
      </p:sp>
      <p:sp>
        <p:nvSpPr>
          <p:cNvPr id="20" name="Title 5">
            <a:extLst>
              <a:ext uri="{FF2B5EF4-FFF2-40B4-BE49-F238E27FC236}">
                <a16:creationId xmlns:a16="http://schemas.microsoft.com/office/drawing/2014/main" id="{BEB5A3ED-016A-E163-AE07-CD2ABFD47524}"/>
              </a:ext>
            </a:extLst>
          </p:cNvPr>
          <p:cNvSpPr>
            <a:spLocks noGrp="1"/>
          </p:cNvSpPr>
          <p:nvPr>
            <p:ph type="title"/>
          </p:nvPr>
        </p:nvSpPr>
        <p:spPr>
          <a:xfrm>
            <a:off x="548640" y="530352"/>
            <a:ext cx="11082973" cy="594360"/>
          </a:xfrm>
        </p:spPr>
        <p:txBody>
          <a:bodyPr vert="horz" lIns="0" tIns="0" rIns="0" bIns="0" rtlCol="0" anchor="t" anchorCtr="0">
            <a:noAutofit/>
          </a:bodyPr>
          <a:lstStyle>
            <a:lvl1pPr>
              <a:defRPr lang="en-US" spc="0">
                <a:solidFill>
                  <a:schemeClr val="bg1"/>
                </a:solidFill>
              </a:defRPr>
            </a:lvl1pPr>
          </a:lstStyle>
          <a:p>
            <a:pPr lvl="0"/>
            <a:endParaRPr lang="en-US"/>
          </a:p>
        </p:txBody>
      </p:sp>
      <p:sp>
        <p:nvSpPr>
          <p:cNvPr id="5" name="Text Placeholder 7">
            <a:extLst>
              <a:ext uri="{FF2B5EF4-FFF2-40B4-BE49-F238E27FC236}">
                <a16:creationId xmlns:a16="http://schemas.microsoft.com/office/drawing/2014/main" id="{0F8CFCEE-D8B6-EB15-4FB3-C7087AD2723A}"/>
              </a:ext>
            </a:extLst>
          </p:cNvPr>
          <p:cNvSpPr>
            <a:spLocks noGrp="1"/>
          </p:cNvSpPr>
          <p:nvPr>
            <p:ph type="body" sz="quarter" idx="15" hasCustomPrompt="1"/>
          </p:nvPr>
        </p:nvSpPr>
        <p:spPr>
          <a:xfrm>
            <a:off x="1828798" y="6468451"/>
            <a:ext cx="9253538" cy="109728"/>
          </a:xfrm>
        </p:spPr>
        <p:txBody>
          <a:bodyPr anchor="b"/>
          <a:lstStyle>
            <a:lvl1pPr>
              <a:defRPr sz="800">
                <a:solidFill>
                  <a:schemeClr val="bg1"/>
                </a:solidFill>
              </a:defRPr>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260184406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
    <p:bg>
      <p:bgPr>
        <a:solidFill>
          <a:schemeClr val="bg2"/>
        </a:solidFill>
        <a:effectLst/>
      </p:bgPr>
    </p:bg>
    <p:spTree>
      <p:nvGrpSpPr>
        <p:cNvPr id="1" name=""/>
        <p:cNvGrpSpPr/>
        <p:nvPr/>
      </p:nvGrpSpPr>
      <p:grpSpPr>
        <a:xfrm>
          <a:off x="0" y="0"/>
          <a:ext cx="0" cy="0"/>
          <a:chOff x="0" y="0"/>
          <a:chExt cx="0" cy="0"/>
        </a:xfrm>
      </p:grpSpPr>
      <p:pic>
        <p:nvPicPr>
          <p:cNvPr id="3" name="Picture 2" descr="A blue and green gradient&#10;&#10;AI-generated content may be incorrect.">
            <a:extLst>
              <a:ext uri="{FF2B5EF4-FFF2-40B4-BE49-F238E27FC236}">
                <a16:creationId xmlns:a16="http://schemas.microsoft.com/office/drawing/2014/main" id="{031926C8-4078-2304-F641-271D21C1D178}"/>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2" name="Title 1">
            <a:extLst>
              <a:ext uri="{FF2B5EF4-FFF2-40B4-BE49-F238E27FC236}">
                <a16:creationId xmlns:a16="http://schemas.microsoft.com/office/drawing/2014/main" id="{4219186A-539C-8892-D351-E9581435185A}"/>
              </a:ext>
            </a:extLst>
          </p:cNvPr>
          <p:cNvSpPr>
            <a:spLocks noGrp="1"/>
          </p:cNvSpPr>
          <p:nvPr>
            <p:ph type="title" hasCustomPrompt="1"/>
          </p:nvPr>
        </p:nvSpPr>
        <p:spPr>
          <a:xfrm>
            <a:off x="549275" y="545137"/>
            <a:ext cx="11082338" cy="4259147"/>
          </a:xfrm>
          <a:prstGeom prst="rect">
            <a:avLst/>
          </a:prstGeom>
        </p:spPr>
        <p:txBody>
          <a:bodyPr lIns="0" tIns="0" rIns="0" bIns="0" anchor="b" anchorCtr="0">
            <a:noAutofit/>
          </a:bodyPr>
          <a:lstStyle>
            <a:lvl1pPr marL="0" indent="0">
              <a:lnSpc>
                <a:spcPct val="85000"/>
              </a:lnSpc>
              <a:buSzPct val="80000"/>
              <a:buFontTx/>
              <a:buBlip>
                <a:blip r:embed="rId3"/>
              </a:buBlip>
              <a:defRPr sz="6000" b="0" i="0" spc="0" baseline="0">
                <a:solidFill>
                  <a:schemeClr val="bg1"/>
                </a:solidFill>
                <a:latin typeface="ServiceNow Sans Display Bold" panose="020B0804040101010104" pitchFamily="34" charset="0"/>
              </a:defRPr>
            </a:lvl1pPr>
          </a:lstStyle>
          <a:p>
            <a:br>
              <a:rPr lang="en-US"/>
            </a:br>
            <a:r>
              <a:rPr lang="en-US"/>
              <a:t>Click to edit quote</a:t>
            </a:r>
          </a:p>
        </p:txBody>
      </p:sp>
      <p:sp>
        <p:nvSpPr>
          <p:cNvPr id="5" name="Text Placeholder 4">
            <a:extLst>
              <a:ext uri="{FF2B5EF4-FFF2-40B4-BE49-F238E27FC236}">
                <a16:creationId xmlns:a16="http://schemas.microsoft.com/office/drawing/2014/main" id="{258411E4-7C7F-7B53-650B-ABA2B0768435}"/>
              </a:ext>
            </a:extLst>
          </p:cNvPr>
          <p:cNvSpPr>
            <a:spLocks noGrp="1"/>
          </p:cNvSpPr>
          <p:nvPr>
            <p:ph type="body" sz="quarter" idx="10"/>
          </p:nvPr>
        </p:nvSpPr>
        <p:spPr>
          <a:xfrm>
            <a:off x="549275" y="5109411"/>
            <a:ext cx="11087100" cy="217004"/>
          </a:xfrm>
          <a:prstGeom prst="rect">
            <a:avLst/>
          </a:prstGeom>
        </p:spPr>
        <p:txBody>
          <a:bodyPr/>
          <a:lstStyle>
            <a:lvl1pPr marL="0" indent="0" algn="l" defTabSz="914400" rtl="0" eaLnBrk="1" latinLnBrk="0" hangingPunct="1">
              <a:lnSpc>
                <a:spcPct val="90000"/>
              </a:lnSpc>
              <a:spcBef>
                <a:spcPts val="0"/>
              </a:spcBef>
              <a:spcAft>
                <a:spcPts val="200"/>
              </a:spcAft>
              <a:buFontTx/>
              <a:buNone/>
              <a:defRPr lang="en-US" sz="2000" b="0" i="0" spc="0" baseline="0" dirty="0">
                <a:solidFill>
                  <a:schemeClr val="bg1"/>
                </a:solidFill>
                <a:latin typeface="ServiceNow Sans Medium" panose="020B0704040101010104" pitchFamily="34" charset="0"/>
                <a:ea typeface="+mn-ea"/>
                <a:cs typeface="ServiceNow Sans Medium" panose="020B0704040101010104" pitchFamily="34" charset="0"/>
              </a:defRPr>
            </a:lvl1pPr>
          </a:lstStyle>
          <a:p>
            <a:pPr lvl="0"/>
            <a:endParaRPr lang="en-US"/>
          </a:p>
        </p:txBody>
      </p:sp>
      <p:sp>
        <p:nvSpPr>
          <p:cNvPr id="4" name="Text Placeholder 4">
            <a:extLst>
              <a:ext uri="{FF2B5EF4-FFF2-40B4-BE49-F238E27FC236}">
                <a16:creationId xmlns:a16="http://schemas.microsoft.com/office/drawing/2014/main" id="{49ECC81F-9B05-711B-D2BE-4DF0066B38DA}"/>
              </a:ext>
            </a:extLst>
          </p:cNvPr>
          <p:cNvSpPr>
            <a:spLocks noGrp="1"/>
          </p:cNvSpPr>
          <p:nvPr>
            <p:ph type="body" sz="quarter" idx="11"/>
          </p:nvPr>
        </p:nvSpPr>
        <p:spPr>
          <a:xfrm>
            <a:off x="549275" y="5477181"/>
            <a:ext cx="11087100" cy="518276"/>
          </a:xfrm>
          <a:prstGeom prst="rect">
            <a:avLst/>
          </a:prstGeom>
        </p:spPr>
        <p:txBody>
          <a:bodyPr/>
          <a:lstStyle>
            <a:lvl1pPr>
              <a:lnSpc>
                <a:spcPct val="100000"/>
              </a:lnSpc>
              <a:buNone/>
              <a:defRPr sz="1600" b="0" i="0">
                <a:solidFill>
                  <a:schemeClr val="bg1"/>
                </a:solidFill>
                <a:latin typeface="ServiceNow Sans Light" panose="020B0404040101010104" pitchFamily="34" charset="77"/>
                <a:cs typeface="ServiceNow Sans Light" panose="020B0404040101010104" pitchFamily="34" charset="77"/>
              </a:defRPr>
            </a:lvl1pPr>
          </a:lstStyle>
          <a:p>
            <a:pPr lvl="0"/>
            <a:endParaRPr lang="en-US"/>
          </a:p>
        </p:txBody>
      </p:sp>
      <p:pic>
        <p:nvPicPr>
          <p:cNvPr id="6" name="Picture 15">
            <a:extLst>
              <a:ext uri="{FF2B5EF4-FFF2-40B4-BE49-F238E27FC236}">
                <a16:creationId xmlns:a16="http://schemas.microsoft.com/office/drawing/2014/main" id="{2EF4ACD2-C9EC-3D2D-C80E-C55F1C53A19C}"/>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478373" y="6355437"/>
            <a:ext cx="980589" cy="280168"/>
          </a:xfrm>
          <a:prstGeom prst="rect">
            <a:avLst/>
          </a:prstGeom>
        </p:spPr>
      </p:pic>
      <p:sp>
        <p:nvSpPr>
          <p:cNvPr id="7" name="Slide Number Placeholder 5">
            <a:extLst>
              <a:ext uri="{FF2B5EF4-FFF2-40B4-BE49-F238E27FC236}">
                <a16:creationId xmlns:a16="http://schemas.microsoft.com/office/drawing/2014/main" id="{D8DE2311-B6E2-F757-0613-438F36680415}"/>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1711049593"/>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tatement Green">
    <p:bg>
      <p:bgPr>
        <a:solidFill>
          <a:schemeClr val="bg2"/>
        </a:solidFill>
        <a:effectLst/>
      </p:bgPr>
    </p:bg>
    <p:spTree>
      <p:nvGrpSpPr>
        <p:cNvPr id="1" name=""/>
        <p:cNvGrpSpPr/>
        <p:nvPr/>
      </p:nvGrpSpPr>
      <p:grpSpPr>
        <a:xfrm>
          <a:off x="0" y="0"/>
          <a:ext cx="0" cy="0"/>
          <a:chOff x="0" y="0"/>
          <a:chExt cx="0" cy="0"/>
        </a:xfrm>
      </p:grpSpPr>
      <p:pic>
        <p:nvPicPr>
          <p:cNvPr id="2" name="Picture 1" descr="A blue and green gradient&#10;&#10;AI-generated content may be incorrect.">
            <a:extLst>
              <a:ext uri="{FF2B5EF4-FFF2-40B4-BE49-F238E27FC236}">
                <a16:creationId xmlns:a16="http://schemas.microsoft.com/office/drawing/2014/main" id="{F577923B-7558-B9AA-DFC4-AE1DD0B1B2D7}"/>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3" name="Title 1">
            <a:extLst>
              <a:ext uri="{FF2B5EF4-FFF2-40B4-BE49-F238E27FC236}">
                <a16:creationId xmlns:a16="http://schemas.microsoft.com/office/drawing/2014/main" id="{3F2D0E2A-4C8C-9EC2-9988-E3271D612A21}"/>
              </a:ext>
            </a:extLst>
          </p:cNvPr>
          <p:cNvSpPr>
            <a:spLocks noGrp="1"/>
          </p:cNvSpPr>
          <p:nvPr>
            <p:ph type="title"/>
          </p:nvPr>
        </p:nvSpPr>
        <p:spPr>
          <a:xfrm>
            <a:off x="548640" y="549274"/>
            <a:ext cx="11089323" cy="5635625"/>
          </a:xfrm>
          <a:prstGeom prst="rect">
            <a:avLst/>
          </a:prstGeom>
        </p:spPr>
        <p:txBody>
          <a:bodyPr lIns="0" tIns="0" rIns="0" bIns="0" anchor="ctr" anchorCtr="0">
            <a:noAutofit/>
          </a:bodyPr>
          <a:lstStyle>
            <a:lvl1pPr>
              <a:lnSpc>
                <a:spcPct val="85000"/>
              </a:lnSpc>
              <a:defRPr lang="en-US" sz="7200" b="0" i="0" spc="0" baseline="0" dirty="0">
                <a:solidFill>
                  <a:schemeClr val="bg1"/>
                </a:solidFill>
                <a:latin typeface="ServiceNow Sans Display Bold" panose="020B0804040101010104" pitchFamily="34" charset="0"/>
                <a:ea typeface="+mn-ea"/>
                <a:cs typeface="ServiceNow Sans Display Bold" panose="020B0804040101010104" pitchFamily="34" charset="0"/>
              </a:defRPr>
            </a:lvl1pPr>
          </a:lstStyle>
          <a:p>
            <a:endParaRPr lang="en-US"/>
          </a:p>
        </p:txBody>
      </p:sp>
      <p:pic>
        <p:nvPicPr>
          <p:cNvPr id="4" name="Picture 15">
            <a:extLst>
              <a:ext uri="{FF2B5EF4-FFF2-40B4-BE49-F238E27FC236}">
                <a16:creationId xmlns:a16="http://schemas.microsoft.com/office/drawing/2014/main" id="{60E6181D-A3AE-D946-7C54-181E38476DEC}"/>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5" name="Slide Number Placeholder 5">
            <a:extLst>
              <a:ext uri="{FF2B5EF4-FFF2-40B4-BE49-F238E27FC236}">
                <a16:creationId xmlns:a16="http://schemas.microsoft.com/office/drawing/2014/main" id="{9EBBFA8E-87E9-FC94-2D65-A655EB2E5D4C}"/>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318154838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tatement Blue">
    <p:bg>
      <p:bgPr>
        <a:solidFill>
          <a:schemeClr val="bg2"/>
        </a:solidFill>
        <a:effectLst/>
      </p:bgPr>
    </p:bg>
    <p:spTree>
      <p:nvGrpSpPr>
        <p:cNvPr id="1" name=""/>
        <p:cNvGrpSpPr/>
        <p:nvPr/>
      </p:nvGrpSpPr>
      <p:grpSpPr>
        <a:xfrm>
          <a:off x="0" y="0"/>
          <a:ext cx="0" cy="0"/>
          <a:chOff x="0" y="0"/>
          <a:chExt cx="0" cy="0"/>
        </a:xfrm>
      </p:grpSpPr>
      <p:pic>
        <p:nvPicPr>
          <p:cNvPr id="2" name="Picture 1" descr="A blue and white background&#10;&#10;AI-generated content may be incorrect.">
            <a:extLst>
              <a:ext uri="{FF2B5EF4-FFF2-40B4-BE49-F238E27FC236}">
                <a16:creationId xmlns:a16="http://schemas.microsoft.com/office/drawing/2014/main" id="{AFCA4208-EB0C-030C-F79E-0C9FF6BD91AD}"/>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3" name="Title 1">
            <a:extLst>
              <a:ext uri="{FF2B5EF4-FFF2-40B4-BE49-F238E27FC236}">
                <a16:creationId xmlns:a16="http://schemas.microsoft.com/office/drawing/2014/main" id="{3F2D0E2A-4C8C-9EC2-9988-E3271D612A21}"/>
              </a:ext>
            </a:extLst>
          </p:cNvPr>
          <p:cNvSpPr>
            <a:spLocks noGrp="1"/>
          </p:cNvSpPr>
          <p:nvPr>
            <p:ph type="title"/>
          </p:nvPr>
        </p:nvSpPr>
        <p:spPr>
          <a:xfrm>
            <a:off x="548640" y="549274"/>
            <a:ext cx="11089323" cy="5635625"/>
          </a:xfrm>
          <a:prstGeom prst="rect">
            <a:avLst/>
          </a:prstGeom>
        </p:spPr>
        <p:txBody>
          <a:bodyPr lIns="0" tIns="0" rIns="0" bIns="0" anchor="ctr" anchorCtr="0">
            <a:noAutofit/>
          </a:bodyPr>
          <a:lstStyle>
            <a:lvl1pPr>
              <a:lnSpc>
                <a:spcPct val="85000"/>
              </a:lnSpc>
              <a:defRPr lang="en-US" sz="7200" b="0" i="0" spc="0" baseline="0" dirty="0">
                <a:solidFill>
                  <a:schemeClr val="bg1"/>
                </a:solidFill>
                <a:latin typeface="ServiceNow Sans Display Bold" panose="020B0804040101010104" pitchFamily="34" charset="0"/>
                <a:ea typeface="+mn-ea"/>
                <a:cs typeface="ServiceNow Sans Display Bold" panose="020B0804040101010104" pitchFamily="34" charset="0"/>
              </a:defRPr>
            </a:lvl1pPr>
          </a:lstStyle>
          <a:p>
            <a:endParaRPr lang="en-US"/>
          </a:p>
        </p:txBody>
      </p:sp>
      <p:pic>
        <p:nvPicPr>
          <p:cNvPr id="4" name="Picture 15">
            <a:extLst>
              <a:ext uri="{FF2B5EF4-FFF2-40B4-BE49-F238E27FC236}">
                <a16:creationId xmlns:a16="http://schemas.microsoft.com/office/drawing/2014/main" id="{B7019559-BF9D-880A-8815-48DFE5ECF3F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5" name="Slide Number Placeholder 5">
            <a:extLst>
              <a:ext uri="{FF2B5EF4-FFF2-40B4-BE49-F238E27FC236}">
                <a16:creationId xmlns:a16="http://schemas.microsoft.com/office/drawing/2014/main" id="{588D8A5D-E217-9E4B-C115-1E17D5AC32C2}"/>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88657883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atement Indigo">
    <p:bg>
      <p:bgPr>
        <a:solidFill>
          <a:schemeClr val="bg2"/>
        </a:solidFill>
        <a:effectLst/>
      </p:bgPr>
    </p:bg>
    <p:spTree>
      <p:nvGrpSpPr>
        <p:cNvPr id="1" name=""/>
        <p:cNvGrpSpPr/>
        <p:nvPr/>
      </p:nvGrpSpPr>
      <p:grpSpPr>
        <a:xfrm>
          <a:off x="0" y="0"/>
          <a:ext cx="0" cy="0"/>
          <a:chOff x="0" y="0"/>
          <a:chExt cx="0" cy="0"/>
        </a:xfrm>
      </p:grpSpPr>
      <p:pic>
        <p:nvPicPr>
          <p:cNvPr id="2" name="Picture 1" descr="A blue and purple background&#10;&#10;AI-generated content may be incorrect.">
            <a:extLst>
              <a:ext uri="{FF2B5EF4-FFF2-40B4-BE49-F238E27FC236}">
                <a16:creationId xmlns:a16="http://schemas.microsoft.com/office/drawing/2014/main" id="{D147C0E5-A43C-9EAE-1D73-2A853520D2C9}"/>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3" name="Title 1">
            <a:extLst>
              <a:ext uri="{FF2B5EF4-FFF2-40B4-BE49-F238E27FC236}">
                <a16:creationId xmlns:a16="http://schemas.microsoft.com/office/drawing/2014/main" id="{3E49F5C0-51B8-9C94-473E-5AB10D41B80B}"/>
              </a:ext>
            </a:extLst>
          </p:cNvPr>
          <p:cNvSpPr>
            <a:spLocks noGrp="1"/>
          </p:cNvSpPr>
          <p:nvPr>
            <p:ph type="title"/>
          </p:nvPr>
        </p:nvSpPr>
        <p:spPr>
          <a:xfrm>
            <a:off x="548640" y="549274"/>
            <a:ext cx="11089323" cy="5635625"/>
          </a:xfrm>
          <a:prstGeom prst="rect">
            <a:avLst/>
          </a:prstGeom>
        </p:spPr>
        <p:txBody>
          <a:bodyPr lIns="0" tIns="0" rIns="0" bIns="0" anchor="ctr" anchorCtr="0">
            <a:noAutofit/>
          </a:bodyPr>
          <a:lstStyle>
            <a:lvl1pPr>
              <a:lnSpc>
                <a:spcPct val="85000"/>
              </a:lnSpc>
              <a:defRPr lang="en-US" sz="7200" b="0" i="0" spc="0" baseline="0" dirty="0">
                <a:solidFill>
                  <a:schemeClr val="bg1"/>
                </a:solidFill>
                <a:latin typeface="ServiceNow Sans Display Bold" panose="020B0804040101010104" pitchFamily="34" charset="0"/>
                <a:ea typeface="+mn-ea"/>
                <a:cs typeface="ServiceNow Sans Display Bold" panose="020B0804040101010104" pitchFamily="34" charset="0"/>
              </a:defRPr>
            </a:lvl1pPr>
          </a:lstStyle>
          <a:p>
            <a:endParaRPr lang="en-US"/>
          </a:p>
        </p:txBody>
      </p:sp>
      <p:pic>
        <p:nvPicPr>
          <p:cNvPr id="4" name="Picture 15">
            <a:extLst>
              <a:ext uri="{FF2B5EF4-FFF2-40B4-BE49-F238E27FC236}">
                <a16:creationId xmlns:a16="http://schemas.microsoft.com/office/drawing/2014/main" id="{6ED21447-F91B-027A-A985-5F5FEE79565F}"/>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5" name="Slide Number Placeholder 5">
            <a:extLst>
              <a:ext uri="{FF2B5EF4-FFF2-40B4-BE49-F238E27FC236}">
                <a16:creationId xmlns:a16="http://schemas.microsoft.com/office/drawing/2014/main" id="{51E2C641-C770-23C5-B4F2-382C52453F31}"/>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2733950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 Green">
    <p:bg>
      <p:bgPr>
        <a:solidFill>
          <a:schemeClr val="bg2"/>
        </a:solidFill>
        <a:effectLst/>
      </p:bgPr>
    </p:bg>
    <p:spTree>
      <p:nvGrpSpPr>
        <p:cNvPr id="1" name=""/>
        <p:cNvGrpSpPr/>
        <p:nvPr/>
      </p:nvGrpSpPr>
      <p:grpSpPr>
        <a:xfrm>
          <a:off x="0" y="0"/>
          <a:ext cx="0" cy="0"/>
          <a:chOff x="0" y="0"/>
          <a:chExt cx="0" cy="0"/>
        </a:xfrm>
      </p:grpSpPr>
      <p:pic>
        <p:nvPicPr>
          <p:cNvPr id="4" name="Picture 3" descr="A blue and green background&#10;&#10;AI-generated content may be incorrect.">
            <a:extLst>
              <a:ext uri="{FF2B5EF4-FFF2-40B4-BE49-F238E27FC236}">
                <a16:creationId xmlns:a16="http://schemas.microsoft.com/office/drawing/2014/main" id="{24A862F0-CF34-0E88-A154-7B54B4A92321}"/>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2" name="Title 1">
            <a:extLst>
              <a:ext uri="{FF2B5EF4-FFF2-40B4-BE49-F238E27FC236}">
                <a16:creationId xmlns:a16="http://schemas.microsoft.com/office/drawing/2014/main" id="{4219186A-539C-8892-D351-E9581435185A}"/>
              </a:ext>
            </a:extLst>
          </p:cNvPr>
          <p:cNvSpPr>
            <a:spLocks noGrp="1"/>
          </p:cNvSpPr>
          <p:nvPr>
            <p:ph type="title"/>
          </p:nvPr>
        </p:nvSpPr>
        <p:spPr>
          <a:xfrm>
            <a:off x="548640" y="553413"/>
            <a:ext cx="11089323" cy="4287420"/>
          </a:xfrm>
          <a:prstGeom prst="rect">
            <a:avLst/>
          </a:prstGeom>
        </p:spPr>
        <p:txBody>
          <a:bodyPr lIns="0" tIns="0" rIns="0" bIns="0" anchor="b" anchorCtr="0">
            <a:noAutofit/>
          </a:bodyPr>
          <a:lstStyle>
            <a:lvl1pPr marL="0" indent="0">
              <a:lnSpc>
                <a:spcPct val="85000"/>
              </a:lnSpc>
              <a:buFontTx/>
              <a:buNone/>
              <a:defRPr sz="7200" b="0" spc="0" baseline="0">
                <a:solidFill>
                  <a:schemeClr val="bg1"/>
                </a:solidFill>
                <a:latin typeface="ServiceNow Sans Display Bold" panose="020B0804040101010104" pitchFamily="34" charset="0"/>
              </a:defRPr>
            </a:lvl1pPr>
          </a:lstStyle>
          <a:p>
            <a:r>
              <a:rPr lang="en-US"/>
              <a:t>Click to edit</a:t>
            </a:r>
          </a:p>
        </p:txBody>
      </p:sp>
      <p:sp>
        <p:nvSpPr>
          <p:cNvPr id="5" name="Subtitle 2">
            <a:extLst>
              <a:ext uri="{FF2B5EF4-FFF2-40B4-BE49-F238E27FC236}">
                <a16:creationId xmlns:a16="http://schemas.microsoft.com/office/drawing/2014/main" id="{B7BC3DC2-BB04-248E-D290-230062D75DB5}"/>
              </a:ext>
            </a:extLst>
          </p:cNvPr>
          <p:cNvSpPr>
            <a:spLocks noGrp="1"/>
          </p:cNvSpPr>
          <p:nvPr>
            <p:ph type="subTitle" idx="1"/>
          </p:nvPr>
        </p:nvSpPr>
        <p:spPr>
          <a:xfrm>
            <a:off x="549275" y="5137943"/>
            <a:ext cx="6386513" cy="899658"/>
          </a:xfrm>
          <a:prstGeom prst="rect">
            <a:avLst/>
          </a:prstGeom>
        </p:spPr>
        <p:txBody>
          <a:bodyPr/>
          <a:lstStyle>
            <a:lvl1pPr marL="0" indent="0" algn="l">
              <a:lnSpc>
                <a:spcPct val="90000"/>
              </a:lnSpc>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15">
            <a:extLst>
              <a:ext uri="{FF2B5EF4-FFF2-40B4-BE49-F238E27FC236}">
                <a16:creationId xmlns:a16="http://schemas.microsoft.com/office/drawing/2014/main" id="{7DFDEC57-F43E-BE8F-BDFD-4DB545A55D30}"/>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7" name="Slide Number Placeholder 5">
            <a:extLst>
              <a:ext uri="{FF2B5EF4-FFF2-40B4-BE49-F238E27FC236}">
                <a16:creationId xmlns:a16="http://schemas.microsoft.com/office/drawing/2014/main" id="{65BC614A-3BD9-FF52-9C5D-AEABEC69A361}"/>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263561805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Blue">
    <p:bg>
      <p:bgPr>
        <a:solidFill>
          <a:schemeClr val="bg2"/>
        </a:solidFill>
        <a:effectLst/>
      </p:bgPr>
    </p:bg>
    <p:spTree>
      <p:nvGrpSpPr>
        <p:cNvPr id="1" name=""/>
        <p:cNvGrpSpPr/>
        <p:nvPr/>
      </p:nvGrpSpPr>
      <p:grpSpPr>
        <a:xfrm>
          <a:off x="0" y="0"/>
          <a:ext cx="0" cy="0"/>
          <a:chOff x="0" y="0"/>
          <a:chExt cx="0" cy="0"/>
        </a:xfrm>
      </p:grpSpPr>
      <p:pic>
        <p:nvPicPr>
          <p:cNvPr id="4" name="Picture 3" descr="A blue and white background&#10;&#10;AI-generated content may be incorrect.">
            <a:extLst>
              <a:ext uri="{FF2B5EF4-FFF2-40B4-BE49-F238E27FC236}">
                <a16:creationId xmlns:a16="http://schemas.microsoft.com/office/drawing/2014/main" id="{AD5A4411-0F9B-83C1-73A0-B0E97DF202B0}"/>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2" name="Title 1">
            <a:extLst>
              <a:ext uri="{FF2B5EF4-FFF2-40B4-BE49-F238E27FC236}">
                <a16:creationId xmlns:a16="http://schemas.microsoft.com/office/drawing/2014/main" id="{4219186A-539C-8892-D351-E9581435185A}"/>
              </a:ext>
            </a:extLst>
          </p:cNvPr>
          <p:cNvSpPr>
            <a:spLocks noGrp="1"/>
          </p:cNvSpPr>
          <p:nvPr>
            <p:ph type="title"/>
          </p:nvPr>
        </p:nvSpPr>
        <p:spPr>
          <a:xfrm>
            <a:off x="548640" y="553413"/>
            <a:ext cx="11089323" cy="4287420"/>
          </a:xfrm>
          <a:prstGeom prst="rect">
            <a:avLst/>
          </a:prstGeom>
        </p:spPr>
        <p:txBody>
          <a:bodyPr lIns="0" tIns="0" rIns="0" bIns="0" anchor="b" anchorCtr="0">
            <a:noAutofit/>
          </a:bodyPr>
          <a:lstStyle>
            <a:lvl1pPr marL="0" indent="0">
              <a:lnSpc>
                <a:spcPct val="85000"/>
              </a:lnSpc>
              <a:buFontTx/>
              <a:buNone/>
              <a:defRPr sz="7200" b="0" spc="0" baseline="0">
                <a:solidFill>
                  <a:schemeClr val="bg1"/>
                </a:solidFill>
                <a:latin typeface="ServiceNow Sans Display Bold" panose="020B0804040101010104" pitchFamily="34" charset="0"/>
              </a:defRPr>
            </a:lvl1pPr>
          </a:lstStyle>
          <a:p>
            <a:r>
              <a:rPr lang="en-US"/>
              <a:t>Click to edit</a:t>
            </a:r>
          </a:p>
        </p:txBody>
      </p:sp>
      <p:sp>
        <p:nvSpPr>
          <p:cNvPr id="5" name="Subtitle 2">
            <a:extLst>
              <a:ext uri="{FF2B5EF4-FFF2-40B4-BE49-F238E27FC236}">
                <a16:creationId xmlns:a16="http://schemas.microsoft.com/office/drawing/2014/main" id="{B7BC3DC2-BB04-248E-D290-230062D75DB5}"/>
              </a:ext>
            </a:extLst>
          </p:cNvPr>
          <p:cNvSpPr>
            <a:spLocks noGrp="1"/>
          </p:cNvSpPr>
          <p:nvPr>
            <p:ph type="subTitle" idx="1"/>
          </p:nvPr>
        </p:nvSpPr>
        <p:spPr>
          <a:xfrm>
            <a:off x="549275" y="5137943"/>
            <a:ext cx="6386513" cy="899658"/>
          </a:xfrm>
          <a:prstGeom prst="rect">
            <a:avLst/>
          </a:prstGeom>
        </p:spPr>
        <p:txBody>
          <a:bodyPr/>
          <a:lstStyle>
            <a:lvl1pPr marL="0" indent="0" algn="l">
              <a:lnSpc>
                <a:spcPct val="90000"/>
              </a:lnSpc>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15">
            <a:extLst>
              <a:ext uri="{FF2B5EF4-FFF2-40B4-BE49-F238E27FC236}">
                <a16:creationId xmlns:a16="http://schemas.microsoft.com/office/drawing/2014/main" id="{8FA23932-9A21-AF71-3C84-9F26CE736985}"/>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7" name="Slide Number Placeholder 5">
            <a:extLst>
              <a:ext uri="{FF2B5EF4-FFF2-40B4-BE49-F238E27FC236}">
                <a16:creationId xmlns:a16="http://schemas.microsoft.com/office/drawing/2014/main" id="{FB149C56-DDDB-BA27-E746-EDCFF9DE098D}"/>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3711956735"/>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Indigo">
    <p:bg>
      <p:bgPr>
        <a:solidFill>
          <a:schemeClr val="bg2"/>
        </a:solidFill>
        <a:effectLst/>
      </p:bgPr>
    </p:bg>
    <p:spTree>
      <p:nvGrpSpPr>
        <p:cNvPr id="1" name=""/>
        <p:cNvGrpSpPr/>
        <p:nvPr/>
      </p:nvGrpSpPr>
      <p:grpSpPr>
        <a:xfrm>
          <a:off x="0" y="0"/>
          <a:ext cx="0" cy="0"/>
          <a:chOff x="0" y="0"/>
          <a:chExt cx="0" cy="0"/>
        </a:xfrm>
      </p:grpSpPr>
      <p:pic>
        <p:nvPicPr>
          <p:cNvPr id="7" name="Picture 6" descr="A blue and black background&#10;&#10;AI-generated content may be incorrect.">
            <a:extLst>
              <a:ext uri="{FF2B5EF4-FFF2-40B4-BE49-F238E27FC236}">
                <a16:creationId xmlns:a16="http://schemas.microsoft.com/office/drawing/2014/main" id="{663B3B20-E320-D957-D0A3-65BC777761A9}"/>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4" name="Title 1">
            <a:extLst>
              <a:ext uri="{FF2B5EF4-FFF2-40B4-BE49-F238E27FC236}">
                <a16:creationId xmlns:a16="http://schemas.microsoft.com/office/drawing/2014/main" id="{37324BE9-AEBB-C3F2-A954-99C88B234217}"/>
              </a:ext>
            </a:extLst>
          </p:cNvPr>
          <p:cNvSpPr>
            <a:spLocks noGrp="1"/>
          </p:cNvSpPr>
          <p:nvPr>
            <p:ph type="title"/>
          </p:nvPr>
        </p:nvSpPr>
        <p:spPr>
          <a:xfrm>
            <a:off x="548640" y="553413"/>
            <a:ext cx="11089323" cy="4287420"/>
          </a:xfrm>
          <a:prstGeom prst="rect">
            <a:avLst/>
          </a:prstGeom>
        </p:spPr>
        <p:txBody>
          <a:bodyPr lIns="0" tIns="0" rIns="0" bIns="0" anchor="b" anchorCtr="0">
            <a:noAutofit/>
          </a:bodyPr>
          <a:lstStyle>
            <a:lvl1pPr marL="0" indent="0">
              <a:lnSpc>
                <a:spcPct val="85000"/>
              </a:lnSpc>
              <a:buFontTx/>
              <a:buNone/>
              <a:defRPr sz="7200" b="0" spc="0" baseline="0">
                <a:solidFill>
                  <a:schemeClr val="bg1"/>
                </a:solidFill>
                <a:latin typeface="ServiceNow Sans Display Bold" panose="020B0804040101010104" pitchFamily="34" charset="0"/>
              </a:defRPr>
            </a:lvl1pPr>
          </a:lstStyle>
          <a:p>
            <a:r>
              <a:rPr lang="en-US"/>
              <a:t>Click to edit</a:t>
            </a:r>
          </a:p>
        </p:txBody>
      </p:sp>
      <p:sp>
        <p:nvSpPr>
          <p:cNvPr id="2" name="Subtitle 2">
            <a:extLst>
              <a:ext uri="{FF2B5EF4-FFF2-40B4-BE49-F238E27FC236}">
                <a16:creationId xmlns:a16="http://schemas.microsoft.com/office/drawing/2014/main" id="{3FE8D7A7-638C-DE5B-1DDF-028878C2D871}"/>
              </a:ext>
            </a:extLst>
          </p:cNvPr>
          <p:cNvSpPr>
            <a:spLocks noGrp="1"/>
          </p:cNvSpPr>
          <p:nvPr>
            <p:ph type="subTitle" idx="1"/>
          </p:nvPr>
        </p:nvSpPr>
        <p:spPr>
          <a:xfrm>
            <a:off x="549275" y="5137943"/>
            <a:ext cx="6386513" cy="899658"/>
          </a:xfrm>
          <a:prstGeom prst="rect">
            <a:avLst/>
          </a:prstGeom>
        </p:spPr>
        <p:txBody>
          <a:bodyPr/>
          <a:lstStyle>
            <a:lvl1pPr marL="0" indent="0" algn="l">
              <a:lnSpc>
                <a:spcPct val="90000"/>
              </a:lnSpc>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15">
            <a:extLst>
              <a:ext uri="{FF2B5EF4-FFF2-40B4-BE49-F238E27FC236}">
                <a16:creationId xmlns:a16="http://schemas.microsoft.com/office/drawing/2014/main" id="{AFAC76B1-B3CF-40EC-4BA5-DCEBA0A0247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9" name="Slide Number Placeholder 5">
            <a:extLst>
              <a:ext uri="{FF2B5EF4-FFF2-40B4-BE49-F238E27FC236}">
                <a16:creationId xmlns:a16="http://schemas.microsoft.com/office/drawing/2014/main" id="{4975085A-C0B9-7C14-BAB7-1D4045F840F4}"/>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119695092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Weighted Right Graphic">
    <p:bg>
      <p:bgPr>
        <a:solidFill>
          <a:schemeClr val="bg2"/>
        </a:solidFill>
        <a:effectLst/>
      </p:bgPr>
    </p:bg>
    <p:spTree>
      <p:nvGrpSpPr>
        <p:cNvPr id="1" name=""/>
        <p:cNvGrpSpPr/>
        <p:nvPr/>
      </p:nvGrpSpPr>
      <p:grpSpPr>
        <a:xfrm>
          <a:off x="0" y="0"/>
          <a:ext cx="0" cy="0"/>
          <a:chOff x="0" y="0"/>
          <a:chExt cx="0" cy="0"/>
        </a:xfrm>
      </p:grpSpPr>
      <p:pic>
        <p:nvPicPr>
          <p:cNvPr id="8" name="Picture 7" descr="A blue and green background&#10;&#10;AI-generated content may be incorrect.">
            <a:extLst>
              <a:ext uri="{FF2B5EF4-FFF2-40B4-BE49-F238E27FC236}">
                <a16:creationId xmlns:a16="http://schemas.microsoft.com/office/drawing/2014/main" id="{C6E498CE-390C-2811-24F2-D35C99019748}"/>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2003" cy="6876288"/>
          </a:xfrm>
          <a:prstGeom prst="rect">
            <a:avLst/>
          </a:prstGeom>
        </p:spPr>
      </p:pic>
      <p:sp>
        <p:nvSpPr>
          <p:cNvPr id="4" name="Rounded Rectangle 4">
            <a:extLst>
              <a:ext uri="{FF2B5EF4-FFF2-40B4-BE49-F238E27FC236}">
                <a16:creationId xmlns:a16="http://schemas.microsoft.com/office/drawing/2014/main" id="{64AA4BB8-2B90-1372-A73D-7E3B12541336}"/>
              </a:ext>
              <a:ext uri="{C183D7F6-B498-43B3-948B-1728B52AA6E4}">
                <adec:decorative xmlns:adec="http://schemas.microsoft.com/office/drawing/2017/decorative" val="1"/>
              </a:ext>
            </a:extLst>
          </p:cNvPr>
          <p:cNvSpPr/>
          <p:nvPr userDrawn="1"/>
        </p:nvSpPr>
        <p:spPr>
          <a:xfrm>
            <a:off x="5440680" y="549551"/>
            <a:ext cx="6198023" cy="5635349"/>
          </a:xfrm>
          <a:prstGeom prst="roundRect">
            <a:avLst>
              <a:gd name="adj" fmla="val 2401"/>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solidFill>
                <a:schemeClr val="tx1"/>
              </a:solidFill>
            </a:endParaRPr>
          </a:p>
        </p:txBody>
      </p:sp>
      <p:sp>
        <p:nvSpPr>
          <p:cNvPr id="3" name="Subtitle 2">
            <a:extLst>
              <a:ext uri="{FF2B5EF4-FFF2-40B4-BE49-F238E27FC236}">
                <a16:creationId xmlns:a16="http://schemas.microsoft.com/office/drawing/2014/main" id="{67B88B9F-154D-0340-14B7-A8055A5C4FA6}"/>
              </a:ext>
            </a:extLst>
          </p:cNvPr>
          <p:cNvSpPr>
            <a:spLocks noGrp="1"/>
          </p:cNvSpPr>
          <p:nvPr>
            <p:ph type="subTitle" idx="1"/>
          </p:nvPr>
        </p:nvSpPr>
        <p:spPr>
          <a:xfrm>
            <a:off x="548641" y="2679192"/>
            <a:ext cx="4705986" cy="533908"/>
          </a:xfrm>
          <a:prstGeom prst="rect">
            <a:avLst/>
          </a:prstGeom>
        </p:spPr>
        <p:txBody>
          <a:bodyPr/>
          <a:lstStyle>
            <a:lvl1pPr marL="0" indent="0" algn="l">
              <a:lnSpc>
                <a:spcPct val="90000"/>
              </a:lnSpc>
              <a:buNone/>
              <a:defRPr sz="2000">
                <a:solidFill>
                  <a:schemeClr val="bg1"/>
                </a:solidFill>
                <a:latin typeface="ServiceNow Sans" panose="020B05040401010101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9">
            <a:extLst>
              <a:ext uri="{FF2B5EF4-FFF2-40B4-BE49-F238E27FC236}">
                <a16:creationId xmlns:a16="http://schemas.microsoft.com/office/drawing/2014/main" id="{50438592-483E-C7A2-2B48-AA337F53868E}"/>
              </a:ext>
            </a:extLst>
          </p:cNvPr>
          <p:cNvSpPr>
            <a:spLocks noGrp="1"/>
          </p:cNvSpPr>
          <p:nvPr>
            <p:ph type="body" sz="quarter" idx="14"/>
          </p:nvPr>
        </p:nvSpPr>
        <p:spPr>
          <a:xfrm>
            <a:off x="549274" y="3371850"/>
            <a:ext cx="4705351" cy="2657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Picture 15">
            <a:extLst>
              <a:ext uri="{FF2B5EF4-FFF2-40B4-BE49-F238E27FC236}">
                <a16:creationId xmlns:a16="http://schemas.microsoft.com/office/drawing/2014/main" id="{D1E03ECE-510D-BE5E-A67D-F11B49E97375}"/>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12" name="Slide Number Placeholder 5">
            <a:extLst>
              <a:ext uri="{FF2B5EF4-FFF2-40B4-BE49-F238E27FC236}">
                <a16:creationId xmlns:a16="http://schemas.microsoft.com/office/drawing/2014/main" id="{6C9DE529-ED35-8925-F9BC-1D435BF2CAB3}"/>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2" name="Content Placeholder 5">
            <a:extLst>
              <a:ext uri="{FF2B5EF4-FFF2-40B4-BE49-F238E27FC236}">
                <a16:creationId xmlns:a16="http://schemas.microsoft.com/office/drawing/2014/main" id="{5D446322-4164-49A8-9BF7-6FF194103250}"/>
              </a:ext>
              <a:ext uri="{C183D7F6-B498-43B3-948B-1728B52AA6E4}">
                <adec:decorative xmlns:adec="http://schemas.microsoft.com/office/drawing/2017/decorative" val="1"/>
              </a:ext>
            </a:extLst>
          </p:cNvPr>
          <p:cNvSpPr>
            <a:spLocks noGrp="1"/>
          </p:cNvSpPr>
          <p:nvPr>
            <p:ph sz="quarter" idx="11"/>
          </p:nvPr>
        </p:nvSpPr>
        <p:spPr bwMode="invGray">
          <a:xfrm>
            <a:off x="5542754" y="658368"/>
            <a:ext cx="5989219" cy="5413248"/>
          </a:xfrm>
          <a:prstGeom prst="roundRect">
            <a:avLst>
              <a:gd name="adj" fmla="val 1337"/>
            </a:avLst>
          </a:prstGeom>
        </p:spPr>
        <p:txBody>
          <a:bodyPr/>
          <a:lstStyle>
            <a:lvl1pPr marL="0" indent="0">
              <a:lnSpc>
                <a:spcPct val="82000"/>
              </a:lnSpc>
              <a:spcBef>
                <a:spcPts val="1200"/>
              </a:spcBef>
              <a:buNone/>
              <a:defRPr sz="1400" spc="0" baseline="0">
                <a:solidFill>
                  <a:schemeClr val="bg1"/>
                </a:solidFill>
              </a:defRPr>
            </a:lvl1pPr>
            <a:lvl2pPr>
              <a:buNone/>
              <a:defRPr sz="1400">
                <a:solidFill>
                  <a:schemeClr val="bg2"/>
                </a:solidFill>
              </a:defRPr>
            </a:lvl2pPr>
          </a:lstStyle>
          <a:p>
            <a:pPr lvl="0"/>
            <a:r>
              <a:rPr lang="en-US"/>
              <a:t>Click to edit</a:t>
            </a:r>
          </a:p>
        </p:txBody>
      </p:sp>
      <p:sp>
        <p:nvSpPr>
          <p:cNvPr id="5" name="Title 4">
            <a:extLst>
              <a:ext uri="{FF2B5EF4-FFF2-40B4-BE49-F238E27FC236}">
                <a16:creationId xmlns:a16="http://schemas.microsoft.com/office/drawing/2014/main" id="{AE16A644-0F66-D4A3-C593-B09DD3254C69}"/>
              </a:ext>
            </a:extLst>
          </p:cNvPr>
          <p:cNvSpPr>
            <a:spLocks noGrp="1"/>
          </p:cNvSpPr>
          <p:nvPr>
            <p:ph type="title" hasCustomPrompt="1"/>
          </p:nvPr>
        </p:nvSpPr>
        <p:spPr>
          <a:xfrm>
            <a:off x="548641" y="549551"/>
            <a:ext cx="4705986" cy="2066543"/>
          </a:xfrm>
        </p:spPr>
        <p:txBody>
          <a:bodyPr anchor="b"/>
          <a:lstStyle>
            <a:lvl1pPr>
              <a:defRPr sz="3600">
                <a:solidFill>
                  <a:schemeClr val="accent1"/>
                </a:solidFill>
              </a:defRPr>
            </a:lvl1pPr>
          </a:lstStyle>
          <a:p>
            <a:r>
              <a:rPr lang="en-US"/>
              <a:t>Click to add title</a:t>
            </a:r>
          </a:p>
        </p:txBody>
      </p:sp>
      <p:sp>
        <p:nvSpPr>
          <p:cNvPr id="9" name="Text Placeholder 7">
            <a:extLst>
              <a:ext uri="{FF2B5EF4-FFF2-40B4-BE49-F238E27FC236}">
                <a16:creationId xmlns:a16="http://schemas.microsoft.com/office/drawing/2014/main" id="{8643E456-7985-8475-E7A9-4E29D62F5C1F}"/>
              </a:ext>
            </a:extLst>
          </p:cNvPr>
          <p:cNvSpPr>
            <a:spLocks noGrp="1"/>
          </p:cNvSpPr>
          <p:nvPr>
            <p:ph type="body" sz="quarter" idx="15" hasCustomPrompt="1"/>
          </p:nvPr>
        </p:nvSpPr>
        <p:spPr>
          <a:xfrm>
            <a:off x="5542754" y="6468451"/>
            <a:ext cx="5539581" cy="109728"/>
          </a:xfrm>
        </p:spPr>
        <p:txBody>
          <a:bodyPr anchor="b"/>
          <a:lstStyle>
            <a:lvl1pPr>
              <a:defRPr sz="800"/>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404470553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Weighted Left Graphic">
    <p:bg>
      <p:bgPr>
        <a:solidFill>
          <a:schemeClr val="bg2"/>
        </a:solidFill>
        <a:effectLst/>
      </p:bgPr>
    </p:bg>
    <p:spTree>
      <p:nvGrpSpPr>
        <p:cNvPr id="1" name=""/>
        <p:cNvGrpSpPr/>
        <p:nvPr/>
      </p:nvGrpSpPr>
      <p:grpSpPr>
        <a:xfrm>
          <a:off x="0" y="0"/>
          <a:ext cx="0" cy="0"/>
          <a:chOff x="0" y="0"/>
          <a:chExt cx="0" cy="0"/>
        </a:xfrm>
      </p:grpSpPr>
      <p:pic>
        <p:nvPicPr>
          <p:cNvPr id="7" name="Picture 6" descr="A blue and green background&#10;&#10;AI-generated content may be incorrect.">
            <a:extLst>
              <a:ext uri="{FF2B5EF4-FFF2-40B4-BE49-F238E27FC236}">
                <a16:creationId xmlns:a16="http://schemas.microsoft.com/office/drawing/2014/main" id="{8E399009-36DD-2E47-1758-98F32D97C64C}"/>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2" name="Rounded Rectangle 4">
            <a:extLst>
              <a:ext uri="{FF2B5EF4-FFF2-40B4-BE49-F238E27FC236}">
                <a16:creationId xmlns:a16="http://schemas.microsoft.com/office/drawing/2014/main" id="{73DF4A29-42FE-194E-745F-9A77294E21D0}"/>
              </a:ext>
              <a:ext uri="{C183D7F6-B498-43B3-948B-1728B52AA6E4}">
                <adec:decorative xmlns:adec="http://schemas.microsoft.com/office/drawing/2017/decorative" val="1"/>
              </a:ext>
            </a:extLst>
          </p:cNvPr>
          <p:cNvSpPr/>
          <p:nvPr userDrawn="1"/>
        </p:nvSpPr>
        <p:spPr>
          <a:xfrm>
            <a:off x="546099" y="549275"/>
            <a:ext cx="6198023" cy="5632704"/>
          </a:xfrm>
          <a:prstGeom prst="roundRect">
            <a:avLst>
              <a:gd name="adj" fmla="val 2401"/>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solidFill>
                <a:schemeClr val="tx1"/>
              </a:solidFill>
            </a:endParaRPr>
          </a:p>
        </p:txBody>
      </p:sp>
      <p:sp>
        <p:nvSpPr>
          <p:cNvPr id="5" name="Content Placeholder 5">
            <a:extLst>
              <a:ext uri="{FF2B5EF4-FFF2-40B4-BE49-F238E27FC236}">
                <a16:creationId xmlns:a16="http://schemas.microsoft.com/office/drawing/2014/main" id="{81F30B64-0B24-CDA0-E9C1-8FF5BD6DE5BC}"/>
              </a:ext>
              <a:ext uri="{C183D7F6-B498-43B3-948B-1728B52AA6E4}">
                <adec:decorative xmlns:adec="http://schemas.microsoft.com/office/drawing/2017/decorative" val="1"/>
              </a:ext>
            </a:extLst>
          </p:cNvPr>
          <p:cNvSpPr>
            <a:spLocks noGrp="1"/>
          </p:cNvSpPr>
          <p:nvPr>
            <p:ph sz="quarter" idx="11"/>
          </p:nvPr>
        </p:nvSpPr>
        <p:spPr bwMode="invGray">
          <a:xfrm>
            <a:off x="650501" y="658368"/>
            <a:ext cx="5989219" cy="5413248"/>
          </a:xfrm>
          <a:prstGeom prst="roundRect">
            <a:avLst>
              <a:gd name="adj" fmla="val 1337"/>
            </a:avLst>
          </a:prstGeom>
        </p:spPr>
        <p:txBody>
          <a:bodyPr/>
          <a:lstStyle>
            <a:lvl1pPr marL="0" indent="0">
              <a:lnSpc>
                <a:spcPct val="82000"/>
              </a:lnSpc>
              <a:spcBef>
                <a:spcPts val="1200"/>
              </a:spcBef>
              <a:buNone/>
              <a:defRPr sz="1400" spc="0" baseline="0">
                <a:solidFill>
                  <a:schemeClr val="bg1"/>
                </a:solidFill>
              </a:defRPr>
            </a:lvl1pPr>
            <a:lvl2pPr>
              <a:buNone/>
              <a:defRPr sz="1400">
                <a:solidFill>
                  <a:schemeClr val="bg2"/>
                </a:solidFill>
              </a:defRPr>
            </a:lvl2pPr>
          </a:lstStyle>
          <a:p>
            <a:pPr lvl="0"/>
            <a:r>
              <a:rPr lang="en-US"/>
              <a:t>Click to edit</a:t>
            </a:r>
          </a:p>
        </p:txBody>
      </p:sp>
      <p:sp>
        <p:nvSpPr>
          <p:cNvPr id="11" name="Title Placeholder 1">
            <a:extLst>
              <a:ext uri="{FF2B5EF4-FFF2-40B4-BE49-F238E27FC236}">
                <a16:creationId xmlns:a16="http://schemas.microsoft.com/office/drawing/2014/main" id="{5A016A90-20DF-68A2-6D3E-8F2A7E80B38F}"/>
              </a:ext>
            </a:extLst>
          </p:cNvPr>
          <p:cNvSpPr>
            <a:spLocks noGrp="1"/>
          </p:cNvSpPr>
          <p:nvPr>
            <p:ph type="title"/>
          </p:nvPr>
        </p:nvSpPr>
        <p:spPr>
          <a:xfrm>
            <a:off x="7127874" y="549275"/>
            <a:ext cx="4514852" cy="2063296"/>
          </a:xfrm>
          <a:prstGeom prst="rect">
            <a:avLst/>
          </a:prstGeom>
        </p:spPr>
        <p:txBody>
          <a:bodyPr vert="horz" lIns="0" tIns="0" rIns="0" bIns="0" rtlCol="0" anchor="b" anchorCtr="0">
            <a:noAutofit/>
          </a:bodyPr>
          <a:lstStyle>
            <a:lvl1pPr>
              <a:defRPr lang="en-US" sz="3600" b="0" dirty="0">
                <a:solidFill>
                  <a:schemeClr val="accent1"/>
                </a:solidFill>
              </a:defRPr>
            </a:lvl1pPr>
          </a:lstStyle>
          <a:p>
            <a:pPr lvl="0"/>
            <a:endParaRPr lang="en-US"/>
          </a:p>
        </p:txBody>
      </p:sp>
      <p:sp>
        <p:nvSpPr>
          <p:cNvPr id="3" name="Subtitle 2">
            <a:extLst>
              <a:ext uri="{FF2B5EF4-FFF2-40B4-BE49-F238E27FC236}">
                <a16:creationId xmlns:a16="http://schemas.microsoft.com/office/drawing/2014/main" id="{3A073398-5049-A061-DAA7-D754E169ECF0}"/>
              </a:ext>
            </a:extLst>
          </p:cNvPr>
          <p:cNvSpPr>
            <a:spLocks noGrp="1"/>
          </p:cNvSpPr>
          <p:nvPr>
            <p:ph type="subTitle" idx="1"/>
          </p:nvPr>
        </p:nvSpPr>
        <p:spPr>
          <a:xfrm>
            <a:off x="7127875" y="2679192"/>
            <a:ext cx="4514852" cy="533908"/>
          </a:xfrm>
          <a:prstGeom prst="rect">
            <a:avLst/>
          </a:prstGeom>
        </p:spPr>
        <p:txBody>
          <a:bodyPr/>
          <a:lstStyle>
            <a:lvl1pPr marL="0" indent="0" algn="l">
              <a:lnSpc>
                <a:spcPct val="90000"/>
              </a:lnSpc>
              <a:buNone/>
              <a:defRPr sz="2000">
                <a:solidFill>
                  <a:schemeClr val="bg1"/>
                </a:solidFill>
                <a:latin typeface="ServiceNow Sans" panose="020B05040401010101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Text Placeholder 9">
            <a:extLst>
              <a:ext uri="{FF2B5EF4-FFF2-40B4-BE49-F238E27FC236}">
                <a16:creationId xmlns:a16="http://schemas.microsoft.com/office/drawing/2014/main" id="{537CB648-B80B-9A00-C8B4-703842420EA0}"/>
              </a:ext>
            </a:extLst>
          </p:cNvPr>
          <p:cNvSpPr>
            <a:spLocks noGrp="1"/>
          </p:cNvSpPr>
          <p:nvPr>
            <p:ph type="body" sz="quarter" idx="14"/>
          </p:nvPr>
        </p:nvSpPr>
        <p:spPr>
          <a:xfrm>
            <a:off x="7127874" y="3371850"/>
            <a:ext cx="4508501" cy="2657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15">
            <a:extLst>
              <a:ext uri="{FF2B5EF4-FFF2-40B4-BE49-F238E27FC236}">
                <a16:creationId xmlns:a16="http://schemas.microsoft.com/office/drawing/2014/main" id="{8F4E6225-88C5-7E4C-D695-21CB37DC1CDF}"/>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9" name="Slide Number Placeholder 5">
            <a:extLst>
              <a:ext uri="{FF2B5EF4-FFF2-40B4-BE49-F238E27FC236}">
                <a16:creationId xmlns:a16="http://schemas.microsoft.com/office/drawing/2014/main" id="{DE1ABF3D-72CA-BD8C-D351-6496E8BE4908}"/>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
        <p:nvSpPr>
          <p:cNvPr id="12" name="Text Placeholder 7">
            <a:extLst>
              <a:ext uri="{FF2B5EF4-FFF2-40B4-BE49-F238E27FC236}">
                <a16:creationId xmlns:a16="http://schemas.microsoft.com/office/drawing/2014/main" id="{0FCC0E62-3E81-41B1-EAD1-0F3CD846850E}"/>
              </a:ext>
            </a:extLst>
          </p:cNvPr>
          <p:cNvSpPr>
            <a:spLocks noGrp="1"/>
          </p:cNvSpPr>
          <p:nvPr>
            <p:ph type="body" sz="quarter" idx="15" hasCustomPrompt="1"/>
          </p:nvPr>
        </p:nvSpPr>
        <p:spPr>
          <a:xfrm>
            <a:off x="1828798" y="6468451"/>
            <a:ext cx="9253538" cy="109728"/>
          </a:xfrm>
        </p:spPr>
        <p:txBody>
          <a:bodyPr anchor="b"/>
          <a:lstStyle>
            <a:lvl1pPr>
              <a:defRPr sz="800"/>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244200141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emo Full Screen">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AC87AFA-B647-68AE-538B-0418C1FEAD95}"/>
              </a:ext>
            </a:extLst>
          </p:cNvPr>
          <p:cNvSpPr>
            <a:spLocks noGrp="1"/>
          </p:cNvSpPr>
          <p:nvPr>
            <p:ph type="pic" sz="quarter" idx="16" hasCustomPrompt="1"/>
          </p:nvPr>
        </p:nvSpPr>
        <p:spPr>
          <a:xfrm>
            <a:off x="0" y="0"/>
            <a:ext cx="12188825" cy="6867144"/>
          </a:xfrm>
          <a:prstGeom prst="rect">
            <a:avLst/>
          </a:prstGeom>
          <a:noFill/>
        </p:spPr>
        <p:txBody>
          <a:bodyPr/>
          <a:lstStyle>
            <a:lvl1pPr marL="0" indent="0" algn="ctr">
              <a:lnSpc>
                <a:spcPct val="82000"/>
              </a:lnSpc>
              <a:buNone/>
              <a:defRPr spc="0" baseline="0"/>
            </a:lvl1pPr>
          </a:lstStyle>
          <a:p>
            <a:r>
              <a:rPr lang="en-US"/>
              <a:t>Click icon to add demo screen</a:t>
            </a:r>
          </a:p>
        </p:txBody>
      </p:sp>
    </p:spTree>
    <p:extLst>
      <p:ext uri="{BB962C8B-B14F-4D97-AF65-F5344CB8AC3E}">
        <p14:creationId xmlns:p14="http://schemas.microsoft.com/office/powerpoint/2010/main" val="420477414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emo Intro Desktop">
    <p:bg>
      <p:bgPr>
        <a:solidFill>
          <a:schemeClr val="bg1"/>
        </a:solidFill>
        <a:effectLst/>
      </p:bgPr>
    </p:bg>
    <p:spTree>
      <p:nvGrpSpPr>
        <p:cNvPr id="1" name=""/>
        <p:cNvGrpSpPr/>
        <p:nvPr/>
      </p:nvGrpSpPr>
      <p:grpSpPr>
        <a:xfrm>
          <a:off x="0" y="0"/>
          <a:ext cx="0" cy="0"/>
          <a:chOff x="0" y="0"/>
          <a:chExt cx="0" cy="0"/>
        </a:xfrm>
      </p:grpSpPr>
      <p:pic>
        <p:nvPicPr>
          <p:cNvPr id="4" name="Picture 3" descr="A green and blue gradient&#10;&#10;AI-generated content may be incorrect.">
            <a:extLst>
              <a:ext uri="{FF2B5EF4-FFF2-40B4-BE49-F238E27FC236}">
                <a16:creationId xmlns:a16="http://schemas.microsoft.com/office/drawing/2014/main" id="{485FB02E-FE33-5C9A-54BB-10B69B728AD9}"/>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9" name="Rounded Rectangle 7">
            <a:extLst>
              <a:ext uri="{FF2B5EF4-FFF2-40B4-BE49-F238E27FC236}">
                <a16:creationId xmlns:a16="http://schemas.microsoft.com/office/drawing/2014/main" id="{1C16FC11-8E5D-DE70-ED6D-33DD3695EDA0}"/>
              </a:ext>
              <a:ext uri="{C183D7F6-B498-43B3-948B-1728B52AA6E4}">
                <adec:decorative xmlns:adec="http://schemas.microsoft.com/office/drawing/2017/decorative" val="1"/>
              </a:ext>
            </a:extLst>
          </p:cNvPr>
          <p:cNvSpPr/>
          <p:nvPr/>
        </p:nvSpPr>
        <p:spPr>
          <a:xfrm>
            <a:off x="5204776" y="1560021"/>
            <a:ext cx="6428232" cy="3758137"/>
          </a:xfrm>
          <a:prstGeom prst="roundRect">
            <a:avLst>
              <a:gd name="adj" fmla="val 2874"/>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solidFill>
                <a:schemeClr val="tx1"/>
              </a:solidFill>
            </a:endParaRPr>
          </a:p>
        </p:txBody>
      </p:sp>
      <p:sp>
        <p:nvSpPr>
          <p:cNvPr id="3" name="Picture Placeholder 3">
            <a:extLst>
              <a:ext uri="{FF2B5EF4-FFF2-40B4-BE49-F238E27FC236}">
                <a16:creationId xmlns:a16="http://schemas.microsoft.com/office/drawing/2014/main" id="{AAC87AFA-B647-68AE-538B-0418C1FEAD95}"/>
              </a:ext>
              <a:ext uri="{C183D7F6-B498-43B3-948B-1728B52AA6E4}">
                <adec:decorative xmlns:adec="http://schemas.microsoft.com/office/drawing/2017/decorative" val="1"/>
              </a:ext>
            </a:extLst>
          </p:cNvPr>
          <p:cNvSpPr>
            <a:spLocks noGrp="1"/>
          </p:cNvSpPr>
          <p:nvPr>
            <p:ph type="pic" sz="quarter" idx="16" hasCustomPrompt="1"/>
          </p:nvPr>
        </p:nvSpPr>
        <p:spPr>
          <a:xfrm>
            <a:off x="5355498" y="1710740"/>
            <a:ext cx="6126789" cy="3456696"/>
          </a:xfrm>
          <a:prstGeom prst="roundRect">
            <a:avLst>
              <a:gd name="adj" fmla="val 2066"/>
            </a:avLst>
          </a:prstGeom>
          <a:solidFill>
            <a:srgbClr val="021829">
              <a:alpha val="90000"/>
            </a:srgbClr>
          </a:solidFill>
        </p:spPr>
        <p:txBody>
          <a:bodyPr vert="horz" lIns="0" tIns="0" rIns="0" bIns="0" rtlCol="0">
            <a:noAutofit/>
          </a:bodyPr>
          <a:lstStyle>
            <a:lvl1pPr algn="ctr">
              <a:defRPr lang="en-US" spc="0"/>
            </a:lvl1pPr>
          </a:lstStyle>
          <a:p>
            <a:pPr marL="285750" lvl="0" indent="-285750" algn="ctr">
              <a:lnSpc>
                <a:spcPct val="82000"/>
              </a:lnSpc>
              <a:buNone/>
            </a:pPr>
            <a:r>
              <a:rPr lang="en-US"/>
              <a:t>Click icon to add demo screen</a:t>
            </a:r>
          </a:p>
        </p:txBody>
      </p:sp>
      <p:sp>
        <p:nvSpPr>
          <p:cNvPr id="6" name="Title 1">
            <a:extLst>
              <a:ext uri="{FF2B5EF4-FFF2-40B4-BE49-F238E27FC236}">
                <a16:creationId xmlns:a16="http://schemas.microsoft.com/office/drawing/2014/main" id="{7A2EDB15-2C76-1527-9A7C-70B004568D03}"/>
              </a:ext>
            </a:extLst>
          </p:cNvPr>
          <p:cNvSpPr>
            <a:spLocks noGrp="1"/>
          </p:cNvSpPr>
          <p:nvPr>
            <p:ph type="title"/>
          </p:nvPr>
        </p:nvSpPr>
        <p:spPr>
          <a:xfrm>
            <a:off x="549275" y="549274"/>
            <a:ext cx="4173538" cy="3053843"/>
          </a:xfrm>
          <a:prstGeom prst="rect">
            <a:avLst/>
          </a:prstGeom>
        </p:spPr>
        <p:txBody>
          <a:bodyPr vert="horz" lIns="0" tIns="0" rIns="0" bIns="0" rtlCol="0" anchor="b" anchorCtr="0">
            <a:noAutofit/>
          </a:bodyPr>
          <a:lstStyle>
            <a:lvl1pPr>
              <a:defRPr lang="en-US" b="0" spc="0"/>
            </a:lvl1pPr>
          </a:lstStyle>
          <a:p>
            <a:pPr lvl="0"/>
            <a:endParaRPr lang="en-US"/>
          </a:p>
        </p:txBody>
      </p:sp>
      <p:sp>
        <p:nvSpPr>
          <p:cNvPr id="5" name="Text Placeholder 7">
            <a:extLst>
              <a:ext uri="{FF2B5EF4-FFF2-40B4-BE49-F238E27FC236}">
                <a16:creationId xmlns:a16="http://schemas.microsoft.com/office/drawing/2014/main" id="{7B3E4B27-3312-9155-5288-5ED985182295}"/>
              </a:ext>
            </a:extLst>
          </p:cNvPr>
          <p:cNvSpPr>
            <a:spLocks noGrp="1"/>
          </p:cNvSpPr>
          <p:nvPr>
            <p:ph type="body" sz="quarter" idx="12"/>
          </p:nvPr>
        </p:nvSpPr>
        <p:spPr>
          <a:xfrm>
            <a:off x="549275" y="3703320"/>
            <a:ext cx="4173538" cy="2495216"/>
          </a:xfrm>
          <a:prstGeom prst="rect">
            <a:avLst/>
          </a:prstGeom>
        </p:spPr>
        <p:txBody>
          <a:bodyPr vert="horz" lIns="0" tIns="0" rIns="0" bIns="0" rtlCol="0">
            <a:noAutofit/>
          </a:bodyPr>
          <a:lstStyle>
            <a:lvl1pPr>
              <a:defRPr lang="en-US" sz="1800" b="0" i="0" spc="0">
                <a:latin typeface="ServiceNow Sans Light" panose="020B0404040101010104" pitchFamily="34" charset="77"/>
                <a:cs typeface="ServiceNow Sans Light" panose="020B0404040101010104" pitchFamily="34" charset="77"/>
              </a:defRPr>
            </a:lvl1pPr>
          </a:lstStyle>
          <a:p>
            <a:pPr lvl="0">
              <a:buFont typeface="ServiceNow Sans" panose="020B0504040101010104" pitchFamily="34" charset="0"/>
              <a:buNone/>
            </a:pPr>
            <a:endParaRPr lang="en-US"/>
          </a:p>
        </p:txBody>
      </p:sp>
      <p:pic>
        <p:nvPicPr>
          <p:cNvPr id="7" name="Picture 15">
            <a:extLst>
              <a:ext uri="{FF2B5EF4-FFF2-40B4-BE49-F238E27FC236}">
                <a16:creationId xmlns:a16="http://schemas.microsoft.com/office/drawing/2014/main" id="{EA1F4C92-9E64-CD59-FB47-6ED66EAD9B0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8" name="Slide Number Placeholder 5">
            <a:extLst>
              <a:ext uri="{FF2B5EF4-FFF2-40B4-BE49-F238E27FC236}">
                <a16:creationId xmlns:a16="http://schemas.microsoft.com/office/drawing/2014/main" id="{B9A6B54B-9F69-58F1-487A-F7DA1E65B746}"/>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52273070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mo Intro Tablet">
    <p:bg>
      <p:bgPr>
        <a:solidFill>
          <a:schemeClr val="bg1"/>
        </a:solidFill>
        <a:effectLst/>
      </p:bgPr>
    </p:bg>
    <p:spTree>
      <p:nvGrpSpPr>
        <p:cNvPr id="1" name=""/>
        <p:cNvGrpSpPr/>
        <p:nvPr/>
      </p:nvGrpSpPr>
      <p:grpSpPr>
        <a:xfrm>
          <a:off x="0" y="0"/>
          <a:ext cx="0" cy="0"/>
          <a:chOff x="0" y="0"/>
          <a:chExt cx="0" cy="0"/>
        </a:xfrm>
      </p:grpSpPr>
      <p:pic>
        <p:nvPicPr>
          <p:cNvPr id="5" name="Picture 4" descr="A green and blue gradient&#10;&#10;AI-generated content may be incorrect.">
            <a:extLst>
              <a:ext uri="{FF2B5EF4-FFF2-40B4-BE49-F238E27FC236}">
                <a16:creationId xmlns:a16="http://schemas.microsoft.com/office/drawing/2014/main" id="{38E07ECE-B045-33AC-84C7-02C1B58E3CB2}"/>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9" name="Rounded Rectangle 7">
            <a:extLst>
              <a:ext uri="{FF2B5EF4-FFF2-40B4-BE49-F238E27FC236}">
                <a16:creationId xmlns:a16="http://schemas.microsoft.com/office/drawing/2014/main" id="{1C16FC11-8E5D-DE70-ED6D-33DD3695EDA0}"/>
              </a:ext>
              <a:ext uri="{C183D7F6-B498-43B3-948B-1728B52AA6E4}">
                <adec:decorative xmlns:adec="http://schemas.microsoft.com/office/drawing/2017/decorative" val="1"/>
              </a:ext>
            </a:extLst>
          </p:cNvPr>
          <p:cNvSpPr/>
          <p:nvPr/>
        </p:nvSpPr>
        <p:spPr>
          <a:xfrm>
            <a:off x="5202828" y="960687"/>
            <a:ext cx="6431964" cy="4907374"/>
          </a:xfrm>
          <a:prstGeom prst="roundRect">
            <a:avLst>
              <a:gd name="adj" fmla="val 2201"/>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solidFill>
                <a:schemeClr val="tx1"/>
              </a:solidFill>
            </a:endParaRPr>
          </a:p>
        </p:txBody>
      </p:sp>
      <p:sp>
        <p:nvSpPr>
          <p:cNvPr id="3" name="Picture Placeholder 3">
            <a:extLst>
              <a:ext uri="{FF2B5EF4-FFF2-40B4-BE49-F238E27FC236}">
                <a16:creationId xmlns:a16="http://schemas.microsoft.com/office/drawing/2014/main" id="{AAC87AFA-B647-68AE-538B-0418C1FEAD95}"/>
              </a:ext>
              <a:ext uri="{C183D7F6-B498-43B3-948B-1728B52AA6E4}">
                <adec:decorative xmlns:adec="http://schemas.microsoft.com/office/drawing/2017/decorative" val="1"/>
              </a:ext>
            </a:extLst>
          </p:cNvPr>
          <p:cNvSpPr>
            <a:spLocks noGrp="1"/>
          </p:cNvSpPr>
          <p:nvPr>
            <p:ph type="pic" sz="quarter" idx="16" hasCustomPrompt="1"/>
          </p:nvPr>
        </p:nvSpPr>
        <p:spPr>
          <a:xfrm>
            <a:off x="5355499" y="1111405"/>
            <a:ext cx="6126789" cy="4605935"/>
          </a:xfrm>
          <a:prstGeom prst="roundRect">
            <a:avLst>
              <a:gd name="adj" fmla="val 1559"/>
            </a:avLst>
          </a:prstGeom>
          <a:solidFill>
            <a:srgbClr val="021829">
              <a:alpha val="90000"/>
            </a:srgbClr>
          </a:solidFill>
        </p:spPr>
        <p:txBody>
          <a:bodyPr vert="horz" lIns="0" tIns="0" rIns="0" bIns="0" rtlCol="0">
            <a:noAutofit/>
          </a:bodyPr>
          <a:lstStyle>
            <a:lvl1pPr marL="0" indent="0" algn="ctr">
              <a:lnSpc>
                <a:spcPct val="82000"/>
              </a:lnSpc>
              <a:buNone/>
              <a:defRPr lang="en-US" spc="0" baseline="0"/>
            </a:lvl1pPr>
          </a:lstStyle>
          <a:p>
            <a:pPr marL="285750" lvl="0" indent="-285750" algn="ctr"/>
            <a:r>
              <a:rPr lang="en-US"/>
              <a:t>Click icon to add demo screen</a:t>
            </a:r>
          </a:p>
        </p:txBody>
      </p:sp>
      <p:sp>
        <p:nvSpPr>
          <p:cNvPr id="4" name="Title 1">
            <a:extLst>
              <a:ext uri="{FF2B5EF4-FFF2-40B4-BE49-F238E27FC236}">
                <a16:creationId xmlns:a16="http://schemas.microsoft.com/office/drawing/2014/main" id="{42BE7FCC-FAFC-05EC-91DC-EC3B4F5E950D}"/>
              </a:ext>
            </a:extLst>
          </p:cNvPr>
          <p:cNvSpPr>
            <a:spLocks noGrp="1"/>
          </p:cNvSpPr>
          <p:nvPr>
            <p:ph type="title"/>
          </p:nvPr>
        </p:nvSpPr>
        <p:spPr>
          <a:xfrm>
            <a:off x="549275" y="549274"/>
            <a:ext cx="4173538" cy="3053843"/>
          </a:xfrm>
          <a:prstGeom prst="rect">
            <a:avLst/>
          </a:prstGeom>
        </p:spPr>
        <p:txBody>
          <a:bodyPr lIns="0" tIns="0" rIns="0" bIns="0" anchor="b">
            <a:noAutofit/>
          </a:bodyPr>
          <a:lstStyle>
            <a:lvl1pPr>
              <a:lnSpc>
                <a:spcPct val="85000"/>
              </a:lnSpc>
              <a:defRPr sz="4000" b="0" spc="0" baseline="0"/>
            </a:lvl1pPr>
          </a:lstStyle>
          <a:p>
            <a:endParaRPr lang="en-US"/>
          </a:p>
        </p:txBody>
      </p:sp>
      <p:sp>
        <p:nvSpPr>
          <p:cNvPr id="2" name="Text Placeholder 7">
            <a:extLst>
              <a:ext uri="{FF2B5EF4-FFF2-40B4-BE49-F238E27FC236}">
                <a16:creationId xmlns:a16="http://schemas.microsoft.com/office/drawing/2014/main" id="{DB803A25-483C-5EC0-1F0C-5D359211BAEE}"/>
              </a:ext>
            </a:extLst>
          </p:cNvPr>
          <p:cNvSpPr>
            <a:spLocks noGrp="1"/>
          </p:cNvSpPr>
          <p:nvPr>
            <p:ph type="body" sz="quarter" idx="12"/>
          </p:nvPr>
        </p:nvSpPr>
        <p:spPr>
          <a:xfrm>
            <a:off x="549275" y="3703320"/>
            <a:ext cx="4173538" cy="2487195"/>
          </a:xfrm>
          <a:prstGeom prst="rect">
            <a:avLst/>
          </a:prstGeom>
        </p:spPr>
        <p:txBody>
          <a:bodyPr vert="horz" lIns="0" tIns="0" rIns="0" bIns="0" rtlCol="0">
            <a:noAutofit/>
          </a:bodyPr>
          <a:lstStyle>
            <a:lvl1pPr>
              <a:defRPr lang="en-US" sz="1800" b="0" i="0" spc="0">
                <a:latin typeface="ServiceNow Sans Light" panose="020B0404040101010104" pitchFamily="34" charset="77"/>
                <a:cs typeface="ServiceNow Sans Light" panose="020B0404040101010104" pitchFamily="34" charset="77"/>
              </a:defRPr>
            </a:lvl1pPr>
          </a:lstStyle>
          <a:p>
            <a:pPr lvl="0">
              <a:buFont typeface="ServiceNow Sans" panose="020B0504040101010104" pitchFamily="34" charset="0"/>
              <a:buNone/>
            </a:pPr>
            <a:endParaRPr lang="en-US"/>
          </a:p>
        </p:txBody>
      </p:sp>
      <p:pic>
        <p:nvPicPr>
          <p:cNvPr id="6" name="Picture 15">
            <a:extLst>
              <a:ext uri="{FF2B5EF4-FFF2-40B4-BE49-F238E27FC236}">
                <a16:creationId xmlns:a16="http://schemas.microsoft.com/office/drawing/2014/main" id="{336A6C0A-377E-AE6F-6849-0C4098DF080C}"/>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7" name="Slide Number Placeholder 5">
            <a:extLst>
              <a:ext uri="{FF2B5EF4-FFF2-40B4-BE49-F238E27FC236}">
                <a16:creationId xmlns:a16="http://schemas.microsoft.com/office/drawing/2014/main" id="{3609705D-6100-6E8B-B4B6-FDF6984956F5}"/>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221111051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mo Intro Mobile">
    <p:bg>
      <p:bgPr>
        <a:solidFill>
          <a:schemeClr val="bg1"/>
        </a:solidFill>
        <a:effectLst/>
      </p:bgPr>
    </p:bg>
    <p:spTree>
      <p:nvGrpSpPr>
        <p:cNvPr id="1" name=""/>
        <p:cNvGrpSpPr/>
        <p:nvPr/>
      </p:nvGrpSpPr>
      <p:grpSpPr>
        <a:xfrm>
          <a:off x="0" y="0"/>
          <a:ext cx="0" cy="0"/>
          <a:chOff x="0" y="0"/>
          <a:chExt cx="0" cy="0"/>
        </a:xfrm>
      </p:grpSpPr>
      <p:pic>
        <p:nvPicPr>
          <p:cNvPr id="2" name="Picture 1" descr="A green and blue gradient&#10;&#10;AI-generated content may be incorrect.">
            <a:extLst>
              <a:ext uri="{FF2B5EF4-FFF2-40B4-BE49-F238E27FC236}">
                <a16:creationId xmlns:a16="http://schemas.microsoft.com/office/drawing/2014/main" id="{AA6F15CF-99A3-C779-62E0-A5F8439F39D1}"/>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9" name="Rounded Rectangle 7">
            <a:extLst>
              <a:ext uri="{FF2B5EF4-FFF2-40B4-BE49-F238E27FC236}">
                <a16:creationId xmlns:a16="http://schemas.microsoft.com/office/drawing/2014/main" id="{1C16FC11-8E5D-DE70-ED6D-33DD3695EDA0}"/>
              </a:ext>
              <a:ext uri="{C183D7F6-B498-43B3-948B-1728B52AA6E4}">
                <adec:decorative xmlns:adec="http://schemas.microsoft.com/office/drawing/2017/decorative" val="1"/>
              </a:ext>
            </a:extLst>
          </p:cNvPr>
          <p:cNvSpPr/>
          <p:nvPr/>
        </p:nvSpPr>
        <p:spPr>
          <a:xfrm>
            <a:off x="6877174" y="457202"/>
            <a:ext cx="3052618" cy="5832441"/>
          </a:xfrm>
          <a:prstGeom prst="roundRect">
            <a:avLst>
              <a:gd name="adj" fmla="val 3538"/>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solidFill>
                <a:schemeClr val="tx1"/>
              </a:solidFill>
            </a:endParaRPr>
          </a:p>
        </p:txBody>
      </p:sp>
      <p:sp>
        <p:nvSpPr>
          <p:cNvPr id="3" name="Picture Placeholder 3">
            <a:extLst>
              <a:ext uri="{FF2B5EF4-FFF2-40B4-BE49-F238E27FC236}">
                <a16:creationId xmlns:a16="http://schemas.microsoft.com/office/drawing/2014/main" id="{AAC87AFA-B647-68AE-538B-0418C1FEAD95}"/>
              </a:ext>
              <a:ext uri="{C183D7F6-B498-43B3-948B-1728B52AA6E4}">
                <adec:decorative xmlns:adec="http://schemas.microsoft.com/office/drawing/2017/decorative" val="1"/>
              </a:ext>
            </a:extLst>
          </p:cNvPr>
          <p:cNvSpPr>
            <a:spLocks noGrp="1"/>
          </p:cNvSpPr>
          <p:nvPr>
            <p:ph type="pic" sz="quarter" idx="16" hasCustomPrompt="1"/>
          </p:nvPr>
        </p:nvSpPr>
        <p:spPr>
          <a:xfrm>
            <a:off x="7027897" y="607921"/>
            <a:ext cx="2751174" cy="5531000"/>
          </a:xfrm>
          <a:prstGeom prst="roundRect">
            <a:avLst>
              <a:gd name="adj" fmla="val 2591"/>
            </a:avLst>
          </a:prstGeom>
          <a:solidFill>
            <a:srgbClr val="021829">
              <a:alpha val="90000"/>
            </a:srgbClr>
          </a:solidFill>
        </p:spPr>
        <p:txBody>
          <a:bodyPr vert="horz" lIns="0" tIns="0" rIns="0" bIns="0" rtlCol="0">
            <a:noAutofit/>
          </a:bodyPr>
          <a:lstStyle>
            <a:lvl1pPr marL="0" indent="0">
              <a:defRPr lang="en-US" spc="0"/>
            </a:lvl1pPr>
          </a:lstStyle>
          <a:p>
            <a:pPr marL="285750" lvl="0" indent="-285750" algn="ctr">
              <a:lnSpc>
                <a:spcPct val="82000"/>
              </a:lnSpc>
              <a:buNone/>
            </a:pPr>
            <a:r>
              <a:rPr lang="en-US"/>
              <a:t>Click icon to add demo screen</a:t>
            </a:r>
          </a:p>
        </p:txBody>
      </p:sp>
      <p:sp>
        <p:nvSpPr>
          <p:cNvPr id="8" name="Title 1">
            <a:extLst>
              <a:ext uri="{FF2B5EF4-FFF2-40B4-BE49-F238E27FC236}">
                <a16:creationId xmlns:a16="http://schemas.microsoft.com/office/drawing/2014/main" id="{75A0DE3B-8C41-520E-471B-EA2D566290D4}"/>
              </a:ext>
            </a:extLst>
          </p:cNvPr>
          <p:cNvSpPr>
            <a:spLocks noGrp="1"/>
          </p:cNvSpPr>
          <p:nvPr>
            <p:ph type="title"/>
          </p:nvPr>
        </p:nvSpPr>
        <p:spPr>
          <a:xfrm>
            <a:off x="548639" y="549274"/>
            <a:ext cx="5639436" cy="3053843"/>
          </a:xfrm>
          <a:prstGeom prst="rect">
            <a:avLst/>
          </a:prstGeom>
        </p:spPr>
        <p:txBody>
          <a:bodyPr vert="horz" lIns="0" tIns="0" rIns="0" bIns="0" rtlCol="0" anchor="b" anchorCtr="0">
            <a:noAutofit/>
          </a:bodyPr>
          <a:lstStyle>
            <a:lvl1pPr>
              <a:defRPr lang="en-US" b="0" spc="0"/>
            </a:lvl1pPr>
          </a:lstStyle>
          <a:p>
            <a:pPr lvl="0"/>
            <a:endParaRPr lang="en-US"/>
          </a:p>
        </p:txBody>
      </p:sp>
      <p:sp>
        <p:nvSpPr>
          <p:cNvPr id="6" name="Text Placeholder 7">
            <a:extLst>
              <a:ext uri="{FF2B5EF4-FFF2-40B4-BE49-F238E27FC236}">
                <a16:creationId xmlns:a16="http://schemas.microsoft.com/office/drawing/2014/main" id="{22B314BA-822D-E6D9-3F1F-C159BD39F403}"/>
              </a:ext>
            </a:extLst>
          </p:cNvPr>
          <p:cNvSpPr>
            <a:spLocks noGrp="1"/>
          </p:cNvSpPr>
          <p:nvPr>
            <p:ph type="body" sz="quarter" idx="12"/>
          </p:nvPr>
        </p:nvSpPr>
        <p:spPr>
          <a:xfrm>
            <a:off x="548639" y="3703320"/>
            <a:ext cx="5639436" cy="2487195"/>
          </a:xfrm>
          <a:prstGeom prst="rect">
            <a:avLst/>
          </a:prstGeom>
        </p:spPr>
        <p:txBody>
          <a:bodyPr vert="horz" lIns="0" tIns="0" rIns="0" bIns="0" rtlCol="0">
            <a:noAutofit/>
          </a:bodyPr>
          <a:lstStyle>
            <a:lvl1pPr>
              <a:defRPr lang="en-US" sz="1800" b="0" i="0" spc="0">
                <a:latin typeface="ServiceNow Sans Light" panose="020B0404040101010104" pitchFamily="34" charset="77"/>
                <a:cs typeface="ServiceNow Sans Light" panose="020B0404040101010104" pitchFamily="34" charset="77"/>
              </a:defRPr>
            </a:lvl1pPr>
          </a:lstStyle>
          <a:p>
            <a:pPr lvl="0">
              <a:buFont typeface="ServiceNow Sans" panose="020B0504040101010104" pitchFamily="34" charset="0"/>
              <a:buNone/>
            </a:pPr>
            <a:endParaRPr lang="en-US"/>
          </a:p>
        </p:txBody>
      </p:sp>
      <p:pic>
        <p:nvPicPr>
          <p:cNvPr id="4" name="Picture 15">
            <a:extLst>
              <a:ext uri="{FF2B5EF4-FFF2-40B4-BE49-F238E27FC236}">
                <a16:creationId xmlns:a16="http://schemas.microsoft.com/office/drawing/2014/main" id="{FC8AC1F9-7F69-3E2B-3427-15A41DF52536}"/>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5" name="Slide Number Placeholder 5">
            <a:extLst>
              <a:ext uri="{FF2B5EF4-FFF2-40B4-BE49-F238E27FC236}">
                <a16:creationId xmlns:a16="http://schemas.microsoft.com/office/drawing/2014/main" id="{8B392FC9-DFA1-FA6A-F7B1-ADD042F06865}"/>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330998653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emo Desktop">
    <p:bg>
      <p:bgPr>
        <a:solidFill>
          <a:schemeClr val="bg1"/>
        </a:solidFill>
        <a:effectLst/>
      </p:bgPr>
    </p:bg>
    <p:spTree>
      <p:nvGrpSpPr>
        <p:cNvPr id="1" name=""/>
        <p:cNvGrpSpPr/>
        <p:nvPr/>
      </p:nvGrpSpPr>
      <p:grpSpPr>
        <a:xfrm>
          <a:off x="0" y="0"/>
          <a:ext cx="0" cy="0"/>
          <a:chOff x="0" y="0"/>
          <a:chExt cx="0" cy="0"/>
        </a:xfrm>
      </p:grpSpPr>
      <p:pic>
        <p:nvPicPr>
          <p:cNvPr id="2" name="Picture 1" descr="A green and blue gradient&#10;&#10;AI-generated content may be incorrect.">
            <a:extLst>
              <a:ext uri="{FF2B5EF4-FFF2-40B4-BE49-F238E27FC236}">
                <a16:creationId xmlns:a16="http://schemas.microsoft.com/office/drawing/2014/main" id="{FAC66CF5-5464-7B42-89EC-AE89CDD88E02}"/>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9" name="Rounded Rectangle 7">
            <a:extLst>
              <a:ext uri="{FF2B5EF4-FFF2-40B4-BE49-F238E27FC236}">
                <a16:creationId xmlns:a16="http://schemas.microsoft.com/office/drawing/2014/main" id="{1C16FC11-8E5D-DE70-ED6D-33DD3695EDA0}"/>
              </a:ext>
              <a:ext uri="{C183D7F6-B498-43B3-948B-1728B52AA6E4}">
                <adec:decorative xmlns:adec="http://schemas.microsoft.com/office/drawing/2017/decorative" val="1"/>
              </a:ext>
            </a:extLst>
          </p:cNvPr>
          <p:cNvSpPr/>
          <p:nvPr/>
        </p:nvSpPr>
        <p:spPr>
          <a:xfrm>
            <a:off x="1320203" y="551032"/>
            <a:ext cx="9548418" cy="5582291"/>
          </a:xfrm>
          <a:prstGeom prst="roundRect">
            <a:avLst>
              <a:gd name="adj" fmla="val 1935"/>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solidFill>
                <a:schemeClr val="tx1"/>
              </a:solidFill>
            </a:endParaRPr>
          </a:p>
        </p:txBody>
      </p:sp>
      <p:sp>
        <p:nvSpPr>
          <p:cNvPr id="3" name="Picture Placeholder 3">
            <a:extLst>
              <a:ext uri="{FF2B5EF4-FFF2-40B4-BE49-F238E27FC236}">
                <a16:creationId xmlns:a16="http://schemas.microsoft.com/office/drawing/2014/main" id="{AAC87AFA-B647-68AE-538B-0418C1FEAD95}"/>
              </a:ext>
              <a:ext uri="{C183D7F6-B498-43B3-948B-1728B52AA6E4}">
                <adec:decorative xmlns:adec="http://schemas.microsoft.com/office/drawing/2017/decorative" val="1"/>
              </a:ext>
            </a:extLst>
          </p:cNvPr>
          <p:cNvSpPr>
            <a:spLocks noGrp="1"/>
          </p:cNvSpPr>
          <p:nvPr>
            <p:ph type="pic" sz="quarter" idx="16" hasCustomPrompt="1"/>
          </p:nvPr>
        </p:nvSpPr>
        <p:spPr>
          <a:xfrm>
            <a:off x="1470925" y="701750"/>
            <a:ext cx="9246974" cy="5280852"/>
          </a:xfrm>
          <a:prstGeom prst="roundRect">
            <a:avLst>
              <a:gd name="adj" fmla="val 1356"/>
            </a:avLst>
          </a:prstGeom>
          <a:solidFill>
            <a:srgbClr val="021829">
              <a:alpha val="90000"/>
            </a:srgbClr>
          </a:solidFill>
        </p:spPr>
        <p:txBody>
          <a:bodyPr vert="horz" lIns="0" tIns="0" rIns="0" bIns="0" rtlCol="0">
            <a:noAutofit/>
          </a:bodyPr>
          <a:lstStyle>
            <a:lvl1pPr>
              <a:defRPr lang="en-US" spc="0"/>
            </a:lvl1pPr>
          </a:lstStyle>
          <a:p>
            <a:pPr marL="285750" lvl="0" indent="-285750" algn="ctr">
              <a:lnSpc>
                <a:spcPct val="82000"/>
              </a:lnSpc>
              <a:buNone/>
            </a:pPr>
            <a:r>
              <a:rPr lang="en-US"/>
              <a:t>Click icon to add demo screen</a:t>
            </a:r>
          </a:p>
        </p:txBody>
      </p:sp>
      <p:pic>
        <p:nvPicPr>
          <p:cNvPr id="4" name="Picture 15">
            <a:extLst>
              <a:ext uri="{FF2B5EF4-FFF2-40B4-BE49-F238E27FC236}">
                <a16:creationId xmlns:a16="http://schemas.microsoft.com/office/drawing/2014/main" id="{5D06513A-8E03-2791-A933-B376749D8962}"/>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5" name="Slide Number Placeholder 5">
            <a:extLst>
              <a:ext uri="{FF2B5EF4-FFF2-40B4-BE49-F238E27FC236}">
                <a16:creationId xmlns:a16="http://schemas.microsoft.com/office/drawing/2014/main" id="{3DA78E42-D51A-0C6F-39C8-3871D0630D85}"/>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173683846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emo Tablet Horizontal">
    <p:bg>
      <p:bgPr>
        <a:solidFill>
          <a:schemeClr val="bg1"/>
        </a:solidFill>
        <a:effectLst/>
      </p:bgPr>
    </p:bg>
    <p:spTree>
      <p:nvGrpSpPr>
        <p:cNvPr id="1" name=""/>
        <p:cNvGrpSpPr/>
        <p:nvPr/>
      </p:nvGrpSpPr>
      <p:grpSpPr>
        <a:xfrm>
          <a:off x="0" y="0"/>
          <a:ext cx="0" cy="0"/>
          <a:chOff x="0" y="0"/>
          <a:chExt cx="0" cy="0"/>
        </a:xfrm>
      </p:grpSpPr>
      <p:pic>
        <p:nvPicPr>
          <p:cNvPr id="2" name="Picture 1" descr="A green and blue gradient&#10;&#10;AI-generated content may be incorrect.">
            <a:extLst>
              <a:ext uri="{FF2B5EF4-FFF2-40B4-BE49-F238E27FC236}">
                <a16:creationId xmlns:a16="http://schemas.microsoft.com/office/drawing/2014/main" id="{EEADFF52-592E-26D1-1F46-194189CE0F9E}"/>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4" name="Rounded Rectangle 7">
            <a:extLst>
              <a:ext uri="{FF2B5EF4-FFF2-40B4-BE49-F238E27FC236}">
                <a16:creationId xmlns:a16="http://schemas.microsoft.com/office/drawing/2014/main" id="{EE86E7C2-5F91-E46D-9193-2C474C2BBC90}"/>
              </a:ext>
              <a:ext uri="{C183D7F6-B498-43B3-948B-1728B52AA6E4}">
                <adec:decorative xmlns:adec="http://schemas.microsoft.com/office/drawing/2017/decorative" val="1"/>
              </a:ext>
            </a:extLst>
          </p:cNvPr>
          <p:cNvSpPr/>
          <p:nvPr/>
        </p:nvSpPr>
        <p:spPr>
          <a:xfrm>
            <a:off x="2436133" y="548640"/>
            <a:ext cx="7316558" cy="5582290"/>
          </a:xfrm>
          <a:prstGeom prst="roundRect">
            <a:avLst>
              <a:gd name="adj" fmla="val 1935"/>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solidFill>
                <a:schemeClr val="tx1"/>
              </a:solidFill>
            </a:endParaRPr>
          </a:p>
        </p:txBody>
      </p:sp>
      <p:sp>
        <p:nvSpPr>
          <p:cNvPr id="5" name="Picture Placeholder 3">
            <a:extLst>
              <a:ext uri="{FF2B5EF4-FFF2-40B4-BE49-F238E27FC236}">
                <a16:creationId xmlns:a16="http://schemas.microsoft.com/office/drawing/2014/main" id="{A20873B7-3544-CB5C-373E-8F432F9FD3F5}"/>
              </a:ext>
              <a:ext uri="{C183D7F6-B498-43B3-948B-1728B52AA6E4}">
                <adec:decorative xmlns:adec="http://schemas.microsoft.com/office/drawing/2017/decorative" val="1"/>
              </a:ext>
            </a:extLst>
          </p:cNvPr>
          <p:cNvSpPr>
            <a:spLocks noGrp="1"/>
          </p:cNvSpPr>
          <p:nvPr>
            <p:ph type="pic" sz="quarter" idx="17" hasCustomPrompt="1"/>
          </p:nvPr>
        </p:nvSpPr>
        <p:spPr>
          <a:xfrm>
            <a:off x="2586855" y="699359"/>
            <a:ext cx="7015114" cy="5280849"/>
          </a:xfrm>
          <a:prstGeom prst="roundRect">
            <a:avLst>
              <a:gd name="adj" fmla="val 1356"/>
            </a:avLst>
          </a:prstGeom>
          <a:solidFill>
            <a:srgbClr val="021829">
              <a:alpha val="90000"/>
            </a:srgbClr>
          </a:solidFill>
        </p:spPr>
        <p:txBody>
          <a:bodyPr vert="horz" lIns="0" tIns="0" rIns="0" bIns="0" rtlCol="0">
            <a:noAutofit/>
          </a:bodyPr>
          <a:lstStyle>
            <a:lvl1pPr marL="0" indent="0" algn="ctr">
              <a:lnSpc>
                <a:spcPct val="82000"/>
              </a:lnSpc>
              <a:buNone/>
              <a:defRPr lang="en-US" spc="0" baseline="0"/>
            </a:lvl1pPr>
          </a:lstStyle>
          <a:p>
            <a:pPr marL="285750" lvl="0" indent="-285750" algn="ctr"/>
            <a:r>
              <a:rPr lang="en-US"/>
              <a:t>Click icon to add demo screen</a:t>
            </a:r>
          </a:p>
        </p:txBody>
      </p:sp>
      <p:pic>
        <p:nvPicPr>
          <p:cNvPr id="3" name="Picture 15">
            <a:extLst>
              <a:ext uri="{FF2B5EF4-FFF2-40B4-BE49-F238E27FC236}">
                <a16:creationId xmlns:a16="http://schemas.microsoft.com/office/drawing/2014/main" id="{48A1958D-9D28-7111-8A62-7489149E9139}"/>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6" name="Slide Number Placeholder 5">
            <a:extLst>
              <a:ext uri="{FF2B5EF4-FFF2-40B4-BE49-F238E27FC236}">
                <a16:creationId xmlns:a16="http://schemas.microsoft.com/office/drawing/2014/main" id="{F977A96F-233F-3031-88ED-F82AF6CB033A}"/>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318483430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mo Tablet Vertical">
    <p:bg>
      <p:bgPr>
        <a:solidFill>
          <a:schemeClr val="bg1"/>
        </a:solidFill>
        <a:effectLst/>
      </p:bgPr>
    </p:bg>
    <p:spTree>
      <p:nvGrpSpPr>
        <p:cNvPr id="1" name=""/>
        <p:cNvGrpSpPr/>
        <p:nvPr/>
      </p:nvGrpSpPr>
      <p:grpSpPr>
        <a:xfrm>
          <a:off x="0" y="0"/>
          <a:ext cx="0" cy="0"/>
          <a:chOff x="0" y="0"/>
          <a:chExt cx="0" cy="0"/>
        </a:xfrm>
      </p:grpSpPr>
      <p:pic>
        <p:nvPicPr>
          <p:cNvPr id="2" name="Picture 1" descr="A green and blue gradient&#10;&#10;AI-generated content may be incorrect.">
            <a:extLst>
              <a:ext uri="{FF2B5EF4-FFF2-40B4-BE49-F238E27FC236}">
                <a16:creationId xmlns:a16="http://schemas.microsoft.com/office/drawing/2014/main" id="{173B46ED-4990-EF0B-AF1E-64D0EB8BEEB6}"/>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4" name="Rounded Rectangle 7">
            <a:extLst>
              <a:ext uri="{FF2B5EF4-FFF2-40B4-BE49-F238E27FC236}">
                <a16:creationId xmlns:a16="http://schemas.microsoft.com/office/drawing/2014/main" id="{EE86E7C2-5F91-E46D-9193-2C474C2BBC90}"/>
              </a:ext>
              <a:ext uri="{C183D7F6-B498-43B3-948B-1728B52AA6E4}">
                <adec:decorative xmlns:adec="http://schemas.microsoft.com/office/drawing/2017/decorative" val="1"/>
              </a:ext>
            </a:extLst>
          </p:cNvPr>
          <p:cNvSpPr/>
          <p:nvPr/>
        </p:nvSpPr>
        <p:spPr>
          <a:xfrm>
            <a:off x="3942065" y="553719"/>
            <a:ext cx="4304694" cy="5636260"/>
          </a:xfrm>
          <a:prstGeom prst="roundRect">
            <a:avLst>
              <a:gd name="adj" fmla="val 2533"/>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solidFill>
                <a:schemeClr val="tx1"/>
              </a:solidFill>
            </a:endParaRPr>
          </a:p>
        </p:txBody>
      </p:sp>
      <p:sp>
        <p:nvSpPr>
          <p:cNvPr id="5" name="Picture Placeholder 3">
            <a:extLst>
              <a:ext uri="{FF2B5EF4-FFF2-40B4-BE49-F238E27FC236}">
                <a16:creationId xmlns:a16="http://schemas.microsoft.com/office/drawing/2014/main" id="{A20873B7-3544-CB5C-373E-8F432F9FD3F5}"/>
              </a:ext>
              <a:ext uri="{C183D7F6-B498-43B3-948B-1728B52AA6E4}">
                <adec:decorative xmlns:adec="http://schemas.microsoft.com/office/drawing/2017/decorative" val="1"/>
              </a:ext>
            </a:extLst>
          </p:cNvPr>
          <p:cNvSpPr>
            <a:spLocks noGrp="1"/>
          </p:cNvSpPr>
          <p:nvPr>
            <p:ph type="pic" sz="quarter" idx="17" hasCustomPrompt="1"/>
          </p:nvPr>
        </p:nvSpPr>
        <p:spPr>
          <a:xfrm>
            <a:off x="4092787" y="699360"/>
            <a:ext cx="4003251" cy="5339899"/>
          </a:xfrm>
          <a:prstGeom prst="roundRect">
            <a:avLst>
              <a:gd name="adj" fmla="val 1805"/>
            </a:avLst>
          </a:prstGeom>
          <a:solidFill>
            <a:srgbClr val="021829">
              <a:alpha val="90000"/>
            </a:srgbClr>
          </a:solidFill>
        </p:spPr>
        <p:txBody>
          <a:bodyPr vert="horz" lIns="0" tIns="0" rIns="0" bIns="0" rtlCol="0">
            <a:noAutofit/>
          </a:bodyPr>
          <a:lstStyle>
            <a:lvl1pPr marL="0" indent="0" algn="ctr">
              <a:lnSpc>
                <a:spcPct val="82000"/>
              </a:lnSpc>
              <a:buNone/>
              <a:defRPr lang="en-US" spc="0" baseline="0"/>
            </a:lvl1pPr>
          </a:lstStyle>
          <a:p>
            <a:pPr marL="285750" lvl="0" indent="-285750" algn="ctr"/>
            <a:r>
              <a:rPr lang="en-US"/>
              <a:t>Click icon to add demo screen</a:t>
            </a:r>
          </a:p>
        </p:txBody>
      </p:sp>
      <p:pic>
        <p:nvPicPr>
          <p:cNvPr id="3" name="Picture 15">
            <a:extLst>
              <a:ext uri="{FF2B5EF4-FFF2-40B4-BE49-F238E27FC236}">
                <a16:creationId xmlns:a16="http://schemas.microsoft.com/office/drawing/2014/main" id="{E115E4C0-6ED1-549F-19C8-9B63AF13B8FA}"/>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6" name="Slide Number Placeholder 5">
            <a:extLst>
              <a:ext uri="{FF2B5EF4-FFF2-40B4-BE49-F238E27FC236}">
                <a16:creationId xmlns:a16="http://schemas.microsoft.com/office/drawing/2014/main" id="{1ABB699B-A420-024E-EF00-BD9DA40AFE69}"/>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197006950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extLst>
    <p:ext uri="{DCECCB84-F9BA-43D5-87BE-67443E8EF086}">
      <p15:sldGuideLst xmlns:p15="http://schemas.microsoft.com/office/powerpoint/2012/main">
        <p15:guide id="1" pos="3839"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mo Mobile">
    <p:bg>
      <p:bgPr>
        <a:solidFill>
          <a:schemeClr val="bg1"/>
        </a:solidFill>
        <a:effectLst/>
      </p:bgPr>
    </p:bg>
    <p:spTree>
      <p:nvGrpSpPr>
        <p:cNvPr id="1" name=""/>
        <p:cNvGrpSpPr/>
        <p:nvPr/>
      </p:nvGrpSpPr>
      <p:grpSpPr>
        <a:xfrm>
          <a:off x="0" y="0"/>
          <a:ext cx="0" cy="0"/>
          <a:chOff x="0" y="0"/>
          <a:chExt cx="0" cy="0"/>
        </a:xfrm>
      </p:grpSpPr>
      <p:pic>
        <p:nvPicPr>
          <p:cNvPr id="2" name="Picture 1" descr="A green and blue gradient&#10;&#10;AI-generated content may be incorrect.">
            <a:extLst>
              <a:ext uri="{FF2B5EF4-FFF2-40B4-BE49-F238E27FC236}">
                <a16:creationId xmlns:a16="http://schemas.microsoft.com/office/drawing/2014/main" id="{15DBED44-1915-E007-F0EC-32C9152AC8FD}"/>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3" name="Rounded Rectangle 7">
            <a:extLst>
              <a:ext uri="{FF2B5EF4-FFF2-40B4-BE49-F238E27FC236}">
                <a16:creationId xmlns:a16="http://schemas.microsoft.com/office/drawing/2014/main" id="{79F50E63-AD4B-EFAF-C9B3-7A2A80EDCA08}"/>
              </a:ext>
              <a:ext uri="{C183D7F6-B498-43B3-948B-1728B52AA6E4}">
                <adec:decorative xmlns:adec="http://schemas.microsoft.com/office/drawing/2017/decorative" val="1"/>
              </a:ext>
            </a:extLst>
          </p:cNvPr>
          <p:cNvSpPr/>
          <p:nvPr/>
        </p:nvSpPr>
        <p:spPr>
          <a:xfrm>
            <a:off x="4631638" y="548640"/>
            <a:ext cx="2949939" cy="5636260"/>
          </a:xfrm>
          <a:prstGeom prst="roundRect">
            <a:avLst>
              <a:gd name="adj" fmla="val 3692"/>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solidFill>
                <a:schemeClr val="tx1"/>
              </a:solidFill>
            </a:endParaRPr>
          </a:p>
        </p:txBody>
      </p:sp>
      <p:sp>
        <p:nvSpPr>
          <p:cNvPr id="6" name="Picture Placeholder 3">
            <a:extLst>
              <a:ext uri="{FF2B5EF4-FFF2-40B4-BE49-F238E27FC236}">
                <a16:creationId xmlns:a16="http://schemas.microsoft.com/office/drawing/2014/main" id="{B52E2E12-B439-3F66-1F16-D41B58C02988}"/>
              </a:ext>
              <a:ext uri="{C183D7F6-B498-43B3-948B-1728B52AA6E4}">
                <adec:decorative xmlns:adec="http://schemas.microsoft.com/office/drawing/2017/decorative" val="1"/>
              </a:ext>
            </a:extLst>
          </p:cNvPr>
          <p:cNvSpPr>
            <a:spLocks noGrp="1"/>
          </p:cNvSpPr>
          <p:nvPr>
            <p:ph type="pic" sz="quarter" idx="16" hasCustomPrompt="1"/>
          </p:nvPr>
        </p:nvSpPr>
        <p:spPr>
          <a:xfrm>
            <a:off x="4782360" y="699359"/>
            <a:ext cx="2648495" cy="5339899"/>
          </a:xfrm>
          <a:prstGeom prst="roundRect">
            <a:avLst>
              <a:gd name="adj" fmla="val 2715"/>
            </a:avLst>
          </a:prstGeom>
          <a:solidFill>
            <a:srgbClr val="021829">
              <a:alpha val="90000"/>
            </a:srgbClr>
          </a:solidFill>
        </p:spPr>
        <p:txBody>
          <a:bodyPr vert="horz" lIns="0" tIns="0" rIns="0" bIns="0" rtlCol="0">
            <a:noAutofit/>
          </a:bodyPr>
          <a:lstStyle>
            <a:lvl1pPr algn="ctr">
              <a:defRPr lang="en-US" spc="0"/>
            </a:lvl1pPr>
          </a:lstStyle>
          <a:p>
            <a:pPr marL="285750" lvl="0" indent="-285750" algn="ctr">
              <a:lnSpc>
                <a:spcPct val="82000"/>
              </a:lnSpc>
              <a:buNone/>
            </a:pPr>
            <a:r>
              <a:rPr lang="en-US"/>
              <a:t>Click icon to add demo screen</a:t>
            </a:r>
          </a:p>
        </p:txBody>
      </p:sp>
      <p:pic>
        <p:nvPicPr>
          <p:cNvPr id="4" name="Picture 15">
            <a:extLst>
              <a:ext uri="{FF2B5EF4-FFF2-40B4-BE49-F238E27FC236}">
                <a16:creationId xmlns:a16="http://schemas.microsoft.com/office/drawing/2014/main" id="{8E7D6CE6-0B31-673F-1AB3-1C570C7876C0}"/>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5" name="Slide Number Placeholder 5">
            <a:extLst>
              <a:ext uri="{FF2B5EF4-FFF2-40B4-BE49-F238E27FC236}">
                <a16:creationId xmlns:a16="http://schemas.microsoft.com/office/drawing/2014/main" id="{BAD4472F-75D5-493E-3F8E-0FFA1978BDEE}"/>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385761254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afe Harbor">
    <p:bg>
      <p:bgPr>
        <a:solidFill>
          <a:schemeClr val="bg2"/>
        </a:solidFill>
        <a:effectLst/>
      </p:bgPr>
    </p:bg>
    <p:spTree>
      <p:nvGrpSpPr>
        <p:cNvPr id="1" name=""/>
        <p:cNvGrpSpPr/>
        <p:nvPr/>
      </p:nvGrpSpPr>
      <p:grpSpPr>
        <a:xfrm>
          <a:off x="0" y="0"/>
          <a:ext cx="0" cy="0"/>
          <a:chOff x="0" y="0"/>
          <a:chExt cx="0" cy="0"/>
        </a:xfrm>
      </p:grpSpPr>
      <p:pic>
        <p:nvPicPr>
          <p:cNvPr id="5" name="Picture 4" descr="A green and blue gradient&#10;&#10;AI-generated content may be incorrect.">
            <a:extLst>
              <a:ext uri="{FF2B5EF4-FFF2-40B4-BE49-F238E27FC236}">
                <a16:creationId xmlns:a16="http://schemas.microsoft.com/office/drawing/2014/main" id="{0E5A1A88-7D88-876E-44CB-5393E7AFF5F1}"/>
              </a:ext>
            </a:extLst>
          </p:cNvPr>
          <p:cNvPicPr>
            <a:picLocks noGrp="1" noRot="1" noMove="1" noResize="1" noEditPoints="1" noAdjustHandles="1" noChangeArrowheads="1" noChangeShapeType="1" noCrop="1"/>
          </p:cNvPicPr>
          <p:nvPr userDrawn="1"/>
        </p:nvPicPr>
        <p:blipFill>
          <a:blip r:embed="rId2"/>
          <a:stretch>
            <a:fillRect/>
          </a:stretch>
        </p:blipFill>
        <p:spPr>
          <a:xfrm>
            <a:off x="-1" y="892"/>
            <a:ext cx="12190417" cy="6867144"/>
          </a:xfrm>
          <a:prstGeom prst="rect">
            <a:avLst/>
          </a:prstGeom>
        </p:spPr>
      </p:pic>
      <p:sp>
        <p:nvSpPr>
          <p:cNvPr id="3" name="Title Placeholder 1">
            <a:extLst>
              <a:ext uri="{FF2B5EF4-FFF2-40B4-BE49-F238E27FC236}">
                <a16:creationId xmlns:a16="http://schemas.microsoft.com/office/drawing/2014/main" id="{2A3B37A9-C0C9-30B9-7631-32CB3C37341D}"/>
              </a:ext>
            </a:extLst>
          </p:cNvPr>
          <p:cNvSpPr>
            <a:spLocks noGrp="1"/>
          </p:cNvSpPr>
          <p:nvPr>
            <p:ph type="title" hasCustomPrompt="1"/>
          </p:nvPr>
        </p:nvSpPr>
        <p:spPr>
          <a:xfrm>
            <a:off x="548640" y="493776"/>
            <a:ext cx="11089323" cy="1097248"/>
          </a:xfrm>
          <a:prstGeom prst="rect">
            <a:avLst/>
          </a:prstGeom>
        </p:spPr>
        <p:txBody>
          <a:bodyPr vert="horz" lIns="0" tIns="0" rIns="0" bIns="0" rtlCol="0" anchor="b" anchorCtr="0">
            <a:noAutofit/>
          </a:bodyPr>
          <a:lstStyle>
            <a:lvl1pPr>
              <a:defRPr b="0" spc="0">
                <a:solidFill>
                  <a:schemeClr val="bg1"/>
                </a:solidFill>
                <a:latin typeface="+mj-lt"/>
              </a:defRPr>
            </a:lvl1pPr>
          </a:lstStyle>
          <a:p>
            <a:pPr lvl="0"/>
            <a:r>
              <a:rPr lang="en-US"/>
              <a:t>Safe harbor notice for </a:t>
            </a:r>
            <a:br>
              <a:rPr lang="en-US"/>
            </a:br>
            <a:r>
              <a:rPr lang="en-US"/>
              <a:t>forward-looking statements</a:t>
            </a:r>
          </a:p>
        </p:txBody>
      </p:sp>
      <p:sp>
        <p:nvSpPr>
          <p:cNvPr id="2" name="Rectangle 1">
            <a:extLst>
              <a:ext uri="{FF2B5EF4-FFF2-40B4-BE49-F238E27FC236}">
                <a16:creationId xmlns:a16="http://schemas.microsoft.com/office/drawing/2014/main" id="{4A19099F-3F2F-CEB9-4DC7-5102A3C28C0B}"/>
              </a:ext>
            </a:extLst>
          </p:cNvPr>
          <p:cNvSpPr/>
          <p:nvPr/>
        </p:nvSpPr>
        <p:spPr bwMode="gray">
          <a:xfrm>
            <a:off x="548640" y="1967375"/>
            <a:ext cx="11089323" cy="3634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numCol="2" spcCol="914400" rtlCol="0" anchor="t">
            <a:noAutofit/>
          </a:bodyPr>
          <a:lstStyle/>
          <a:p>
            <a:pPr>
              <a:lnSpc>
                <a:spcPct val="130000"/>
              </a:lnSpc>
            </a:pPr>
            <a:r>
              <a:rPr lang="en-US" sz="1400" b="0" i="0" spc="0" baseline="0">
                <a:solidFill>
                  <a:schemeClr val="bg1"/>
                </a:solidFill>
                <a:latin typeface="ServiceNow Sans Light" panose="020B0404040101010104" pitchFamily="34" charset="77"/>
                <a:cs typeface="ServiceNow Sans Light" panose="020B0404040101010104" pitchFamily="34" charset="77"/>
              </a:rPr>
              <a:t>This presentation may contain “forward-looking” statements </a:t>
            </a:r>
            <a:br>
              <a:rPr lang="en-US" sz="1400" b="0" i="0" spc="0" baseline="0">
                <a:solidFill>
                  <a:schemeClr val="bg1"/>
                </a:solidFill>
                <a:latin typeface="ServiceNow Sans Light" panose="020B0404040101010104" pitchFamily="34" charset="77"/>
                <a:cs typeface="ServiceNow Sans Light" panose="020B0404040101010104" pitchFamily="34" charset="77"/>
              </a:rPr>
            </a:br>
            <a:r>
              <a:rPr lang="en-US" sz="1400" b="0" i="0" spc="0" baseline="0">
                <a:solidFill>
                  <a:schemeClr val="bg1"/>
                </a:solidFill>
                <a:latin typeface="ServiceNow Sans Light" panose="020B0404040101010104" pitchFamily="34" charset="77"/>
                <a:cs typeface="ServiceNow Sans Light" panose="020B0404040101010104" pitchFamily="34" charset="77"/>
              </a:rPr>
              <a:t>that are based on our beliefs and assumptions and on information currently available to us only as of the date of this presentation. Forward‑looking statements involve known and unknown risks, uncertainties, and other factors that may cause actual results to differ materially from those expected or implied by the forward‑looking statements. Further information on these and other factors that could cause or contribute to such differences include, but are not limited to, those discussed in the section titled “Risk Factors,” set forth in our most recent Annual Report on Form 10-K and Quarterly Report on Form 10-Q and in our other Securities and Exchange Commission filings. We cannot guarantee that </a:t>
            </a:r>
            <a:br>
              <a:rPr lang="en-US" sz="1400" b="0" i="0" spc="0" baseline="0">
                <a:solidFill>
                  <a:schemeClr val="bg1"/>
                </a:solidFill>
                <a:latin typeface="ServiceNow Sans Light" panose="020B0404040101010104" pitchFamily="34" charset="77"/>
                <a:cs typeface="ServiceNow Sans Light" panose="020B0404040101010104" pitchFamily="34" charset="77"/>
              </a:rPr>
            </a:br>
            <a:r>
              <a:rPr lang="en-US" sz="1400" b="0" i="0" spc="0" baseline="0">
                <a:solidFill>
                  <a:schemeClr val="bg1"/>
                </a:solidFill>
                <a:latin typeface="ServiceNow Sans Light" panose="020B0404040101010104" pitchFamily="34" charset="77"/>
                <a:cs typeface="ServiceNow Sans Light" panose="020B0404040101010104" pitchFamily="34" charset="77"/>
              </a:rPr>
              <a:t>we will achieve the plans, intentions, or expectations disclosed in our forward‐looking statements, and you should not place undue reliance on our forward‐looking statements. The information on new products, features, or functionality is intended to outline our general product direction and should not be relied upon in making a purchasing decision, is for informational purposes only, and shall not be incorporated into any contract, and is not a commitment, promise, or legal obligation to deliver any material, code, or functionality. </a:t>
            </a:r>
            <a:br>
              <a:rPr lang="en-US" sz="1400" b="0" i="0" spc="0" baseline="0">
                <a:solidFill>
                  <a:schemeClr val="bg1"/>
                </a:solidFill>
                <a:latin typeface="ServiceNow Sans Light" panose="020B0404040101010104" pitchFamily="34" charset="77"/>
                <a:cs typeface="ServiceNow Sans Light" panose="020B0404040101010104" pitchFamily="34" charset="77"/>
              </a:rPr>
            </a:br>
            <a:r>
              <a:rPr lang="en-US" sz="1400" b="0" i="0" spc="0" baseline="0">
                <a:solidFill>
                  <a:schemeClr val="bg1"/>
                </a:solidFill>
                <a:latin typeface="ServiceNow Sans Light" panose="020B0404040101010104" pitchFamily="34" charset="77"/>
                <a:cs typeface="ServiceNow Sans Light" panose="020B0404040101010104" pitchFamily="34" charset="77"/>
              </a:rPr>
              <a:t>The development, release, and timing of any features or functionality described for our products remains at our sole discretion. We undertake no obligation, and do not intend, </a:t>
            </a:r>
          </a:p>
          <a:p>
            <a:pPr>
              <a:lnSpc>
                <a:spcPct val="130000"/>
              </a:lnSpc>
            </a:pPr>
            <a:r>
              <a:rPr lang="en-US" sz="1400" b="0" i="0" spc="0" baseline="0">
                <a:solidFill>
                  <a:schemeClr val="bg1"/>
                </a:solidFill>
                <a:latin typeface="ServiceNow Sans Light" panose="020B0404040101010104" pitchFamily="34" charset="77"/>
                <a:cs typeface="ServiceNow Sans Light" panose="020B0404040101010104" pitchFamily="34" charset="77"/>
              </a:rPr>
              <a:t>to update the forward‑looking statements.</a:t>
            </a:r>
          </a:p>
        </p:txBody>
      </p:sp>
      <p:pic>
        <p:nvPicPr>
          <p:cNvPr id="6" name="Picture 15">
            <a:extLst>
              <a:ext uri="{FF2B5EF4-FFF2-40B4-BE49-F238E27FC236}">
                <a16:creationId xmlns:a16="http://schemas.microsoft.com/office/drawing/2014/main" id="{F87328AC-45BC-6C71-FD19-CFB2DF22C36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7" name="Slide Number Placeholder 5">
            <a:extLst>
              <a:ext uri="{FF2B5EF4-FFF2-40B4-BE49-F238E27FC236}">
                <a16:creationId xmlns:a16="http://schemas.microsoft.com/office/drawing/2014/main" id="{AB8EFC8A-FA05-8417-FB3D-3D4254ABEAE8}"/>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279977250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Thank You Blue">
    <p:bg>
      <p:bgPr>
        <a:solidFill>
          <a:schemeClr val="bg2"/>
        </a:solidFill>
        <a:effectLst/>
      </p:bgPr>
    </p:bg>
    <p:spTree>
      <p:nvGrpSpPr>
        <p:cNvPr id="1" name=""/>
        <p:cNvGrpSpPr/>
        <p:nvPr/>
      </p:nvGrpSpPr>
      <p:grpSpPr>
        <a:xfrm>
          <a:off x="0" y="0"/>
          <a:ext cx="0" cy="0"/>
          <a:chOff x="0" y="0"/>
          <a:chExt cx="0" cy="0"/>
        </a:xfrm>
      </p:grpSpPr>
      <p:pic>
        <p:nvPicPr>
          <p:cNvPr id="8" name="Picture 7" descr="A blue and green background&#10;&#10;AI-generated content may be incorrect.">
            <a:extLst>
              <a:ext uri="{FF2B5EF4-FFF2-40B4-BE49-F238E27FC236}">
                <a16:creationId xmlns:a16="http://schemas.microsoft.com/office/drawing/2014/main" id="{C881161E-434F-D00A-AF55-E770E140463E}"/>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pic>
        <p:nvPicPr>
          <p:cNvPr id="4" name="Graphic 3">
            <a:extLst>
              <a:ext uri="{FF2B5EF4-FFF2-40B4-BE49-F238E27FC236}">
                <a16:creationId xmlns:a16="http://schemas.microsoft.com/office/drawing/2014/main" id="{C3E7ECC1-519D-F8C3-F679-E8BE49D84CFE}"/>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715374" y="5818344"/>
            <a:ext cx="3187701" cy="919772"/>
          </a:xfrm>
          <a:prstGeom prst="rect">
            <a:avLst/>
          </a:prstGeom>
        </p:spPr>
      </p:pic>
      <p:sp>
        <p:nvSpPr>
          <p:cNvPr id="205" name="Title 47">
            <a:extLst>
              <a:ext uri="{FF2B5EF4-FFF2-40B4-BE49-F238E27FC236}">
                <a16:creationId xmlns:a16="http://schemas.microsoft.com/office/drawing/2014/main" id="{3EC7AAD7-ECFB-5F41-CFDF-EB4EF53C0C7B}"/>
              </a:ext>
            </a:extLst>
          </p:cNvPr>
          <p:cNvSpPr>
            <a:spLocks noGrp="1"/>
          </p:cNvSpPr>
          <p:nvPr>
            <p:ph type="title"/>
          </p:nvPr>
        </p:nvSpPr>
        <p:spPr>
          <a:xfrm>
            <a:off x="548640" y="549275"/>
            <a:ext cx="8273098" cy="3590857"/>
          </a:xfrm>
          <a:prstGeom prst="rect">
            <a:avLst/>
          </a:prstGeom>
        </p:spPr>
        <p:txBody>
          <a:bodyPr lIns="0" tIns="0" rIns="0" bIns="0" anchor="b">
            <a:noAutofit/>
          </a:bodyPr>
          <a:lstStyle>
            <a:lvl1pPr>
              <a:lnSpc>
                <a:spcPct val="85000"/>
              </a:lnSpc>
              <a:defRPr kumimoji="0" lang="en-US" sz="7200" b="0" i="0" u="none" strike="noStrike" cap="none" spc="0" normalizeH="0" baseline="0" dirty="0">
                <a:ln>
                  <a:noFill/>
                </a:ln>
                <a:solidFill>
                  <a:schemeClr val="bg1"/>
                </a:solidFill>
                <a:effectLst/>
                <a:uLnTx/>
                <a:uFillTx/>
                <a:latin typeface="ServiceNow Sans Display Bold" panose="020B0804040101010104" pitchFamily="34" charset="0"/>
                <a:ea typeface="+mj-ea"/>
                <a:cs typeface="ServiceNow Sans Display Bold" panose="020B0804040101010104" pitchFamily="34" charset="0"/>
              </a:defRPr>
            </a:lvl1pPr>
          </a:lstStyle>
          <a:p>
            <a:endParaRPr lang="en-US"/>
          </a:p>
        </p:txBody>
      </p:sp>
    </p:spTree>
    <p:extLst>
      <p:ext uri="{BB962C8B-B14F-4D97-AF65-F5344CB8AC3E}">
        <p14:creationId xmlns:p14="http://schemas.microsoft.com/office/powerpoint/2010/main" val="138282616"/>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hank You with Photography">
    <p:bg>
      <p:bgPr>
        <a:solidFill>
          <a:schemeClr val="tx2"/>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59138779-980A-691D-B882-37CA14737880}"/>
              </a:ext>
              <a:ext uri="{C183D7F6-B498-43B3-948B-1728B52AA6E4}">
                <adec:decorative xmlns:adec="http://schemas.microsoft.com/office/drawing/2017/decorative" val="1"/>
              </a:ext>
            </a:extLst>
          </p:cNvPr>
          <p:cNvSpPr>
            <a:spLocks noGrp="1"/>
          </p:cNvSpPr>
          <p:nvPr>
            <p:ph type="pic" sz="quarter" idx="12"/>
          </p:nvPr>
        </p:nvSpPr>
        <p:spPr>
          <a:xfrm>
            <a:off x="0" y="17152"/>
            <a:ext cx="12188825" cy="6867144"/>
          </a:xfrm>
          <a:prstGeom prst="rect">
            <a:avLst/>
          </a:prstGeom>
        </p:spPr>
        <p:txBody>
          <a:bodyPr/>
          <a:lstStyle/>
          <a:p>
            <a:r>
              <a:rPr lang="en-US"/>
              <a:t>Click icon to add picture</a:t>
            </a:r>
          </a:p>
        </p:txBody>
      </p:sp>
      <p:pic>
        <p:nvPicPr>
          <p:cNvPr id="3" name="Graphic 2">
            <a:extLst>
              <a:ext uri="{FF2B5EF4-FFF2-40B4-BE49-F238E27FC236}">
                <a16:creationId xmlns:a16="http://schemas.microsoft.com/office/drawing/2014/main" id="{016FF508-EE9F-276D-0209-EED0F51886F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4901" y="345536"/>
            <a:ext cx="1700674" cy="483678"/>
          </a:xfrm>
          <a:prstGeom prst="rect">
            <a:avLst/>
          </a:prstGeom>
        </p:spPr>
      </p:pic>
      <p:sp>
        <p:nvSpPr>
          <p:cNvPr id="2" name="Title 47">
            <a:extLst>
              <a:ext uri="{FF2B5EF4-FFF2-40B4-BE49-F238E27FC236}">
                <a16:creationId xmlns:a16="http://schemas.microsoft.com/office/drawing/2014/main" id="{7987F6BE-85E5-A224-FEBB-6981BF4812A7}"/>
              </a:ext>
            </a:extLst>
          </p:cNvPr>
          <p:cNvSpPr>
            <a:spLocks noGrp="1"/>
          </p:cNvSpPr>
          <p:nvPr>
            <p:ph type="title"/>
          </p:nvPr>
        </p:nvSpPr>
        <p:spPr>
          <a:xfrm>
            <a:off x="548640" y="829214"/>
            <a:ext cx="8273098" cy="4007964"/>
          </a:xfrm>
          <a:prstGeom prst="rect">
            <a:avLst/>
          </a:prstGeom>
        </p:spPr>
        <p:txBody>
          <a:bodyPr lIns="0" tIns="0" rIns="0" bIns="0" anchor="b">
            <a:noAutofit/>
          </a:bodyPr>
          <a:lstStyle>
            <a:lvl1pPr>
              <a:lnSpc>
                <a:spcPct val="85000"/>
              </a:lnSpc>
              <a:defRPr kumimoji="0" lang="en-US" sz="7200" b="1" i="0" u="none" strike="noStrike" cap="none" spc="0" normalizeH="0" baseline="0" dirty="0">
                <a:ln>
                  <a:noFill/>
                </a:ln>
                <a:solidFill>
                  <a:schemeClr val="bg1"/>
                </a:solidFill>
                <a:effectLst/>
                <a:uLnTx/>
                <a:uFillTx/>
                <a:latin typeface="ServiceNow Sans Display Bold" panose="020B0504040101010104" pitchFamily="34" charset="77"/>
                <a:ea typeface="+mj-ea"/>
                <a:cs typeface="ServiceNow Sans Display Bold" panose="020B0504040101010104" pitchFamily="34" charset="77"/>
              </a:defRPr>
            </a:lvl1pPr>
          </a:lstStyle>
          <a:p>
            <a:endParaRPr lang="en-US"/>
          </a:p>
        </p:txBody>
      </p:sp>
    </p:spTree>
    <p:extLst>
      <p:ext uri="{BB962C8B-B14F-4D97-AF65-F5344CB8AC3E}">
        <p14:creationId xmlns:p14="http://schemas.microsoft.com/office/powerpoint/2010/main" val="79299482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Logo Slide">
    <p:bg>
      <p:bgPr>
        <a:solidFill>
          <a:schemeClr val="bg2"/>
        </a:solidFill>
        <a:effectLst/>
      </p:bgPr>
    </p:bg>
    <p:spTree>
      <p:nvGrpSpPr>
        <p:cNvPr id="1" name=""/>
        <p:cNvGrpSpPr/>
        <p:nvPr/>
      </p:nvGrpSpPr>
      <p:grpSpPr>
        <a:xfrm>
          <a:off x="0" y="0"/>
          <a:ext cx="0" cy="0"/>
          <a:chOff x="0" y="0"/>
          <a:chExt cx="0" cy="0"/>
        </a:xfrm>
      </p:grpSpPr>
      <p:pic>
        <p:nvPicPr>
          <p:cNvPr id="3" name="Picture 2" descr="A green and blue gradient&#10;&#10;AI-generated content may be incorrect.">
            <a:extLst>
              <a:ext uri="{FF2B5EF4-FFF2-40B4-BE49-F238E27FC236}">
                <a16:creationId xmlns:a16="http://schemas.microsoft.com/office/drawing/2014/main" id="{6E5480FB-ED6B-9604-24EF-939E271C1635}"/>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pic>
        <p:nvPicPr>
          <p:cNvPr id="5" name="Graphic 4">
            <a:extLst>
              <a:ext uri="{FF2B5EF4-FFF2-40B4-BE49-F238E27FC236}">
                <a16:creationId xmlns:a16="http://schemas.microsoft.com/office/drawing/2014/main" id="{98C58ED4-941C-AA32-7CA8-D5B50F247A15}"/>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46497" y="2490178"/>
            <a:ext cx="6496620" cy="1874520"/>
          </a:xfrm>
          <a:prstGeom prst="rect">
            <a:avLst/>
          </a:prstGeom>
        </p:spPr>
      </p:pic>
    </p:spTree>
    <p:extLst>
      <p:ext uri="{BB962C8B-B14F-4D97-AF65-F5344CB8AC3E}">
        <p14:creationId xmlns:p14="http://schemas.microsoft.com/office/powerpoint/2010/main" val="79625922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446736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o not u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C861DE2-0F90-CC33-6D94-011E75F404A4}"/>
              </a:ext>
            </a:extLst>
          </p:cNvPr>
          <p:cNvSpPr>
            <a:spLocks noGrp="1" noRot="1" noMove="1" noResize="1" noEditPoints="1" noAdjustHandles="1" noChangeArrowheads="1" noChangeShapeType="1"/>
          </p:cNvSpPr>
          <p:nvPr userDrawn="1"/>
        </p:nvSpPr>
        <p:spPr>
          <a:xfrm>
            <a:off x="0" y="1"/>
            <a:ext cx="12188825" cy="6858000"/>
          </a:xfrm>
          <a:prstGeom prst="rect">
            <a:avLst/>
          </a:prstGeom>
          <a:solidFill>
            <a:srgbClr val="FF4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3600" b="0" i="0" u="none" strike="noStrike" cap="none" spc="0" normalizeH="0" baseline="0" noProof="0" dirty="0">
                <a:ln>
                  <a:noFill/>
                </a:ln>
                <a:solidFill>
                  <a:srgbClr val="000000"/>
                </a:solidFill>
                <a:effectLst/>
                <a:uLnTx/>
                <a:uFillTx/>
                <a:latin typeface="+mn-lt"/>
                <a:ea typeface="+mn-ea"/>
                <a:cs typeface="+mn-cs"/>
              </a:rPr>
              <a:t>This slide serves as a visual reference </a:t>
            </a:r>
            <a:br>
              <a:rPr kumimoji="0" lang="en-US" sz="3600" b="0" i="0" u="none" strike="noStrike" cap="none" spc="0" normalizeH="0" baseline="0" noProof="0" dirty="0">
                <a:ln>
                  <a:noFill/>
                </a:ln>
                <a:solidFill>
                  <a:srgbClr val="000000"/>
                </a:solidFill>
                <a:effectLst/>
                <a:uLnTx/>
                <a:uFillTx/>
                <a:latin typeface="+mn-lt"/>
                <a:ea typeface="+mn-ea"/>
                <a:cs typeface="+mn-cs"/>
              </a:rPr>
            </a:br>
            <a:r>
              <a:rPr kumimoji="0" lang="en-US" sz="3600" b="0" i="0" u="none" strike="noStrike" cap="none" spc="0" normalizeH="0" baseline="0" noProof="0" dirty="0">
                <a:ln>
                  <a:noFill/>
                </a:ln>
                <a:solidFill>
                  <a:srgbClr val="000000"/>
                </a:solidFill>
                <a:effectLst/>
                <a:uLnTx/>
                <a:uFillTx/>
                <a:latin typeface="+mn-lt"/>
                <a:ea typeface="+mn-ea"/>
                <a:cs typeface="+mn-cs"/>
              </a:rPr>
              <a:t>to indicate where the Slide Master Set ends.</a:t>
            </a:r>
            <a:endParaRPr kumimoji="0" lang="en-US" sz="4400" b="0" i="0" u="none" strike="noStrike"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2678029402"/>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pic>
        <p:nvPicPr>
          <p:cNvPr id="5" name="Picture 15">
            <a:extLst>
              <a:ext uri="{FF2B5EF4-FFF2-40B4-BE49-F238E27FC236}">
                <a16:creationId xmlns:a16="http://schemas.microsoft.com/office/drawing/2014/main" id="{B202667E-F2B1-8603-E5EB-3F0EDB4888CD}"/>
              </a:ext>
              <a:ext uri="{C183D7F6-B498-43B3-948B-1728B52AA6E4}">
                <adec:decorative xmlns:adec="http://schemas.microsoft.com/office/drawing/2017/decorative" val="1"/>
              </a:ext>
            </a:extLst>
          </p:cNvPr>
          <p:cNvPicPr>
            <a:picLocks noChangeAspect="1"/>
          </p:cNvPicPr>
          <p:nvPr userDrawn="1"/>
        </p:nvPicPr>
        <p:blipFill>
          <a:blip r:embed="rId44" cstate="screen">
            <a:extLst>
              <a:ext uri="{28A0092B-C50C-407E-A947-70E740481C1C}">
                <a14:useLocalDpi xmlns:a14="http://schemas.microsoft.com/office/drawing/2010/main"/>
              </a:ext>
              <a:ext uri="{96DAC541-7B7A-43D3-8B79-37D633B846F1}">
                <asvg:svgBlip xmlns:asvg="http://schemas.microsoft.com/office/drawing/2016/SVG/main" r:embed="rId45"/>
              </a:ext>
            </a:extLst>
          </a:blip>
          <a:srcRect/>
          <a:stretch/>
        </p:blipFill>
        <p:spPr>
          <a:xfrm>
            <a:off x="478373" y="6355437"/>
            <a:ext cx="980589" cy="280168"/>
          </a:xfrm>
          <a:prstGeom prst="rect">
            <a:avLst/>
          </a:prstGeom>
        </p:spPr>
      </p:pic>
      <p:sp>
        <p:nvSpPr>
          <p:cNvPr id="2" name="Title Placeholder 1">
            <a:extLst>
              <a:ext uri="{FF2B5EF4-FFF2-40B4-BE49-F238E27FC236}">
                <a16:creationId xmlns:a16="http://schemas.microsoft.com/office/drawing/2014/main" id="{3D9BDB30-A827-7C46-A7B6-E25C62B40224}"/>
              </a:ext>
            </a:extLst>
          </p:cNvPr>
          <p:cNvSpPr>
            <a:spLocks noGrp="1"/>
          </p:cNvSpPr>
          <p:nvPr>
            <p:ph type="title"/>
          </p:nvPr>
        </p:nvSpPr>
        <p:spPr>
          <a:xfrm>
            <a:off x="548640" y="530352"/>
            <a:ext cx="11089323" cy="753889"/>
          </a:xfrm>
          <a:prstGeom prst="rect">
            <a:avLst/>
          </a:prstGeom>
        </p:spPr>
        <p:txBody>
          <a:bodyPr vert="horz" lIns="0" tIns="0" rIns="0" bIns="0" rtlCol="0" anchor="t" anchorCtr="0">
            <a:noAutofit/>
          </a:bodyPr>
          <a:lstStyle/>
          <a:p>
            <a:pPr lvl="0"/>
            <a:endParaRPr lang="en-US"/>
          </a:p>
        </p:txBody>
      </p:sp>
      <p:sp>
        <p:nvSpPr>
          <p:cNvPr id="3" name="Text Placeholder 2">
            <a:extLst>
              <a:ext uri="{FF2B5EF4-FFF2-40B4-BE49-F238E27FC236}">
                <a16:creationId xmlns:a16="http://schemas.microsoft.com/office/drawing/2014/main" id="{D618F93C-99A7-3249-8F96-D441C75B6275}"/>
              </a:ext>
            </a:extLst>
          </p:cNvPr>
          <p:cNvSpPr>
            <a:spLocks noGrp="1"/>
          </p:cNvSpPr>
          <p:nvPr>
            <p:ph type="body" idx="1"/>
          </p:nvPr>
        </p:nvSpPr>
        <p:spPr>
          <a:xfrm>
            <a:off x="548640" y="1736920"/>
            <a:ext cx="11106785" cy="4292405"/>
          </a:xfrm>
          <a:prstGeom prst="rect">
            <a:avLst/>
          </a:prstGeom>
        </p:spPr>
        <p:txBody>
          <a:bodyPr vert="horz" lIns="0" tIns="0" rIns="0" bIns="0" rtlCol="0">
            <a:noAutofit/>
          </a:bodyPr>
          <a:lstStyle/>
          <a:p>
            <a:pPr lvl="0"/>
            <a:r>
              <a:rPr lang="en-US"/>
              <a:t>Click to edit Master</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Slide Number Placeholder 5">
            <a:extLst>
              <a:ext uri="{FF2B5EF4-FFF2-40B4-BE49-F238E27FC236}">
                <a16:creationId xmlns:a16="http://schemas.microsoft.com/office/drawing/2014/main" id="{55D9431A-535C-126F-A14B-68FD458A7A50}"/>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a:solidFill>
                  <a:schemeClr val="tx1"/>
                </a:solidFill>
                <a:latin typeface="+mn-lt"/>
                <a:ea typeface="+mn-ea"/>
                <a:cs typeface="+mn-cs"/>
              </a:defRPr>
            </a:lvl1pPr>
            <a:lvl2pPr marL="457040" algn="l" defTabSz="457040" rtl="0" eaLnBrk="1" latinLnBrk="0" hangingPunct="1">
              <a:defRPr sz="1799">
                <a:solidFill>
                  <a:schemeClr val="tx1"/>
                </a:solidFill>
                <a:latin typeface="+mn-lt"/>
                <a:ea typeface="+mn-ea"/>
                <a:cs typeface="+mn-cs"/>
              </a:defRPr>
            </a:lvl2pPr>
            <a:lvl3pPr marL="914080" algn="l" defTabSz="457040" rtl="0" eaLnBrk="1" latinLnBrk="0" hangingPunct="1">
              <a:defRPr sz="1799">
                <a:solidFill>
                  <a:schemeClr val="tx1"/>
                </a:solidFill>
                <a:latin typeface="+mn-lt"/>
                <a:ea typeface="+mn-ea"/>
                <a:cs typeface="+mn-cs"/>
              </a:defRPr>
            </a:lvl3pPr>
            <a:lvl4pPr marL="1371120" algn="l" defTabSz="457040" rtl="0" eaLnBrk="1" latinLnBrk="0" hangingPunct="1">
              <a:defRPr sz="1799">
                <a:solidFill>
                  <a:schemeClr val="tx1"/>
                </a:solidFill>
                <a:latin typeface="+mn-lt"/>
                <a:ea typeface="+mn-ea"/>
                <a:cs typeface="+mn-cs"/>
              </a:defRPr>
            </a:lvl4pPr>
            <a:lvl5pPr marL="1828160" algn="l" defTabSz="457040" rtl="0" eaLnBrk="1" latinLnBrk="0" hangingPunct="1">
              <a:defRPr sz="1799">
                <a:solidFill>
                  <a:schemeClr val="tx1"/>
                </a:solidFill>
                <a:latin typeface="+mn-lt"/>
                <a:ea typeface="+mn-ea"/>
                <a:cs typeface="+mn-cs"/>
              </a:defRPr>
            </a:lvl5pPr>
            <a:lvl6pPr marL="2285200" algn="l" defTabSz="457040" rtl="0" eaLnBrk="1" latinLnBrk="0" hangingPunct="1">
              <a:defRPr sz="1799">
                <a:solidFill>
                  <a:schemeClr val="tx1"/>
                </a:solidFill>
                <a:latin typeface="+mn-lt"/>
                <a:ea typeface="+mn-ea"/>
                <a:cs typeface="+mn-cs"/>
              </a:defRPr>
            </a:lvl6pPr>
            <a:lvl7pPr marL="2742240" algn="l" defTabSz="457040" rtl="0" eaLnBrk="1" latinLnBrk="0" hangingPunct="1">
              <a:defRPr sz="1799">
                <a:solidFill>
                  <a:schemeClr val="tx1"/>
                </a:solidFill>
                <a:latin typeface="+mn-lt"/>
                <a:ea typeface="+mn-ea"/>
                <a:cs typeface="+mn-cs"/>
              </a:defRPr>
            </a:lvl7pPr>
            <a:lvl8pPr marL="3199280" algn="l" defTabSz="457040" rtl="0" eaLnBrk="1" latinLnBrk="0" hangingPunct="1">
              <a:defRPr sz="1799">
                <a:solidFill>
                  <a:schemeClr val="tx1"/>
                </a:solidFill>
                <a:latin typeface="+mn-lt"/>
                <a:ea typeface="+mn-ea"/>
                <a:cs typeface="+mn-cs"/>
              </a:defRPr>
            </a:lvl8pPr>
            <a:lvl9pPr marL="3656320" algn="l" defTabSz="457040" rtl="0" eaLnBrk="1" latinLnBrk="0" hangingPunct="1">
              <a:defRPr sz="1799">
                <a:solidFill>
                  <a:schemeClr val="tx1"/>
                </a:solidFill>
                <a:latin typeface="+mn-lt"/>
                <a:ea typeface="+mn-ea"/>
                <a:cs typeface="+mn-cs"/>
              </a:defRPr>
            </a:lvl9pPr>
          </a:lstStyle>
          <a:p>
            <a:pPr algn="r"/>
            <a:fld id="{A9B9714D-1B27-0B43-A9CC-9EF2921F49DC}" type="slidenum">
              <a:rPr lang="en-US" sz="800" b="0" smtClean="0">
                <a:solidFill>
                  <a:schemeClr val="bg1"/>
                </a:solidFill>
                <a:ea typeface="+mn-ea"/>
                <a:cs typeface="+mn-cs"/>
              </a:rPr>
              <a:pPr algn="r"/>
              <a:t>‹#›</a:t>
            </a:fld>
            <a:endParaRPr lang="en-US" sz="800" b="0">
              <a:solidFill>
                <a:schemeClr val="bg1"/>
              </a:solidFill>
              <a:ea typeface="+mn-ea"/>
              <a:cs typeface="+mn-cs"/>
            </a:endParaRPr>
          </a:p>
        </p:txBody>
      </p:sp>
    </p:spTree>
    <p:extLst>
      <p:ext uri="{BB962C8B-B14F-4D97-AF65-F5344CB8AC3E}">
        <p14:creationId xmlns:p14="http://schemas.microsoft.com/office/powerpoint/2010/main" val="292190733"/>
      </p:ext>
    </p:extLst>
  </p:cSld>
  <p:clrMap bg1="lt1" tx1="dk1" bg2="lt2" tx2="dk2" accent1="accent1" accent2="accent2" accent3="accent3" accent4="accent4" accent5="accent5" accent6="accent6" hlink="hlink" folHlink="folHlink"/>
  <p:sldLayoutIdLst>
    <p:sldLayoutId id="2147485115" r:id="rId1"/>
    <p:sldLayoutId id="2147485192" r:id="rId2"/>
    <p:sldLayoutId id="2147485194" r:id="rId3"/>
    <p:sldLayoutId id="2147485117" r:id="rId4"/>
    <p:sldLayoutId id="2147485238" r:id="rId5"/>
    <p:sldLayoutId id="2147485128" r:id="rId6"/>
    <p:sldLayoutId id="2147485129" r:id="rId7"/>
    <p:sldLayoutId id="2147485130" r:id="rId8"/>
    <p:sldLayoutId id="2147485246" r:id="rId9"/>
    <p:sldLayoutId id="2147485235" r:id="rId10"/>
    <p:sldLayoutId id="2147485236" r:id="rId11"/>
    <p:sldLayoutId id="2147485237" r:id="rId12"/>
    <p:sldLayoutId id="2147485250" r:id="rId13"/>
    <p:sldLayoutId id="2147485251" r:id="rId14"/>
    <p:sldLayoutId id="2147485252" r:id="rId15"/>
    <p:sldLayoutId id="2147485253" r:id="rId16"/>
    <p:sldLayoutId id="2147485247" r:id="rId17"/>
    <p:sldLayoutId id="2147485248" r:id="rId18"/>
    <p:sldLayoutId id="2147485249" r:id="rId19"/>
    <p:sldLayoutId id="2147485122" r:id="rId20"/>
    <p:sldLayoutId id="2147485123" r:id="rId21"/>
    <p:sldLayoutId id="2147485202" r:id="rId22"/>
    <p:sldLayoutId id="2147485124" r:id="rId23"/>
    <p:sldLayoutId id="2147485125" r:id="rId24"/>
    <p:sldLayoutId id="2147485203" r:id="rId25"/>
    <p:sldLayoutId id="2147485126" r:id="rId26"/>
    <p:sldLayoutId id="2147485134" r:id="rId27"/>
    <p:sldLayoutId id="2147485135" r:id="rId28"/>
    <p:sldLayoutId id="2147485141" r:id="rId29"/>
    <p:sldLayoutId id="2147485147" r:id="rId30"/>
    <p:sldLayoutId id="2147485145" r:id="rId31"/>
    <p:sldLayoutId id="2147485146" r:id="rId32"/>
    <p:sldLayoutId id="2147485148" r:id="rId33"/>
    <p:sldLayoutId id="2147485149" r:id="rId34"/>
    <p:sldLayoutId id="2147485150" r:id="rId35"/>
    <p:sldLayoutId id="2147485151" r:id="rId36"/>
    <p:sldLayoutId id="2147485152" r:id="rId37"/>
    <p:sldLayoutId id="2147485153" r:id="rId38"/>
    <p:sldLayoutId id="2147485154" r:id="rId39"/>
    <p:sldLayoutId id="2147485155" r:id="rId40"/>
    <p:sldLayoutId id="2147485156" r:id="rId41"/>
    <p:sldLayoutId id="2147485254" r:id="rId42"/>
  </p:sldLayoutIdLst>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hf sldNum="0" hdr="0" ftr="0" dt="0"/>
  <p:txStyles>
    <p:titleStyle>
      <a:lvl1pPr marL="0" algn="l" defTabSz="914400" rtl="0" eaLnBrk="1" latinLnBrk="0" hangingPunct="1">
        <a:lnSpc>
          <a:spcPct val="85000"/>
        </a:lnSpc>
        <a:spcBef>
          <a:spcPct val="0"/>
        </a:spcBef>
        <a:buNone/>
        <a:tabLst>
          <a:tab pos="398463" algn="l"/>
        </a:tabLst>
        <a:defRPr lang="en-US" sz="4000" b="1" i="0" spc="0" baseline="0" dirty="0">
          <a:solidFill>
            <a:schemeClr val="bg1"/>
          </a:solidFill>
          <a:latin typeface="+mj-lt"/>
          <a:ea typeface="+mj-ea"/>
          <a:cs typeface="ServiceNow Sans Display Bold" panose="020B0504040101010104" pitchFamily="34" charset="77"/>
        </a:defRPr>
      </a:lvl1pPr>
    </p:titleStyle>
    <p:bodyStyle>
      <a:lvl1pPr marL="0" indent="0" algn="l" defTabSz="914400" rtl="0" eaLnBrk="1" latinLnBrk="0" hangingPunct="1">
        <a:lnSpc>
          <a:spcPct val="100000"/>
        </a:lnSpc>
        <a:spcBef>
          <a:spcPts val="0"/>
        </a:spcBef>
        <a:spcAft>
          <a:spcPts val="1000"/>
        </a:spcAft>
        <a:buFont typeface="ServiceNow Sans Light" panose="020B0404040101010104" pitchFamily="34" charset="0"/>
        <a:buChar char="​"/>
        <a:defRPr lang="en-US" sz="1800" b="0" i="0" spc="0" baseline="0" dirty="0">
          <a:solidFill>
            <a:schemeClr val="bg1"/>
          </a:solidFill>
          <a:latin typeface="+mn-lt"/>
          <a:ea typeface="+mn-ea"/>
          <a:cs typeface="ServiceNow Sans Light" panose="020B0404040101010104" pitchFamily="34" charset="77"/>
        </a:defRPr>
      </a:lvl1pPr>
      <a:lvl2pPr marL="182880" indent="-182880" algn="l" defTabSz="914400" rtl="0" eaLnBrk="1" latinLnBrk="0" hangingPunct="1">
        <a:lnSpc>
          <a:spcPct val="100000"/>
        </a:lnSpc>
        <a:spcBef>
          <a:spcPts val="0"/>
        </a:spcBef>
        <a:spcAft>
          <a:spcPts val="1000"/>
        </a:spcAft>
        <a:buSzPct val="110000"/>
        <a:buFont typeface="ServiceNow Sans Light" panose="020B0404040101010104" pitchFamily="34" charset="0"/>
        <a:buChar char="•"/>
        <a:defRPr sz="1600" b="0" i="0" spc="0" baseline="0">
          <a:solidFill>
            <a:schemeClr val="bg1"/>
          </a:solidFill>
          <a:latin typeface="+mn-lt"/>
          <a:ea typeface="+mn-ea"/>
          <a:cs typeface="ServiceNow Sans Light" panose="020B0404040101010104" pitchFamily="34" charset="77"/>
        </a:defRPr>
      </a:lvl2pPr>
      <a:lvl3pPr marL="365760" indent="-182880" algn="l" defTabSz="914400" rtl="0" eaLnBrk="1" latinLnBrk="0" hangingPunct="1">
        <a:lnSpc>
          <a:spcPct val="100000"/>
        </a:lnSpc>
        <a:spcBef>
          <a:spcPts val="0"/>
        </a:spcBef>
        <a:spcAft>
          <a:spcPts val="1000"/>
        </a:spcAft>
        <a:buSzPct val="110000"/>
        <a:buFont typeface="ServiceNow Sans Light" panose="020B0404040101010104" pitchFamily="34" charset="0"/>
        <a:buChar char="•"/>
        <a:defRPr sz="1400" b="0" i="0" spc="0" baseline="0">
          <a:solidFill>
            <a:schemeClr val="bg1"/>
          </a:solidFill>
          <a:latin typeface="+mn-lt"/>
          <a:ea typeface="+mn-ea"/>
          <a:cs typeface="ServiceNow Sans Light" panose="020B0404040101010104" pitchFamily="34" charset="77"/>
        </a:defRPr>
      </a:lvl3pPr>
      <a:lvl4pPr marL="548640" marR="0" indent="-182880" algn="l" defTabSz="914400" rtl="0" eaLnBrk="1" fontAlgn="auto" latinLnBrk="0" hangingPunct="1">
        <a:lnSpc>
          <a:spcPct val="100000"/>
        </a:lnSpc>
        <a:spcBef>
          <a:spcPts val="0"/>
        </a:spcBef>
        <a:spcAft>
          <a:spcPts val="1000"/>
        </a:spcAft>
        <a:buClrTx/>
        <a:buSzPct val="110000"/>
        <a:buFont typeface="ServiceNow Sans Light" panose="020B0404040101010104" pitchFamily="34" charset="0"/>
        <a:buChar char="•"/>
        <a:tabLst/>
        <a:defRPr lang="en-US" sz="1400" b="0" i="0" spc="0" baseline="0" dirty="0">
          <a:solidFill>
            <a:schemeClr val="bg1"/>
          </a:solidFill>
          <a:latin typeface="+mn-lt"/>
          <a:ea typeface="+mn-ea"/>
          <a:cs typeface="ServiceNow Sans Medium" panose="020B0704040101010104" pitchFamily="34" charset="0"/>
        </a:defRPr>
      </a:lvl4pPr>
      <a:lvl5pPr marL="731520" indent="-182880" algn="l" defTabSz="914400" rtl="0" eaLnBrk="1" latinLnBrk="0" hangingPunct="1">
        <a:lnSpc>
          <a:spcPct val="100000"/>
        </a:lnSpc>
        <a:spcBef>
          <a:spcPts val="0"/>
        </a:spcBef>
        <a:spcAft>
          <a:spcPts val="1000"/>
        </a:spcAft>
        <a:buSzPct val="110000"/>
        <a:buFont typeface="ServiceNow Sans Light" panose="020B0404040101010104" pitchFamily="34" charset="0"/>
        <a:buChar char="•"/>
        <a:defRPr sz="1400" b="0" i="0" spc="0" baseline="0">
          <a:solidFill>
            <a:schemeClr val="bg1"/>
          </a:solidFill>
          <a:latin typeface="+mn-lt"/>
          <a:ea typeface="+mn-ea"/>
          <a:cs typeface="ServiceNow Sans Medium" panose="020B0704040101010104" pitchFamily="34" charset="0"/>
        </a:defRPr>
      </a:lvl5pPr>
      <a:lvl6pPr marL="731520" indent="-182880" algn="l" defTabSz="914400" rtl="0" eaLnBrk="1" latinLnBrk="0" hangingPunct="1">
        <a:lnSpc>
          <a:spcPct val="100000"/>
        </a:lnSpc>
        <a:spcBef>
          <a:spcPts val="0"/>
        </a:spcBef>
        <a:spcAft>
          <a:spcPts val="1000"/>
        </a:spcAft>
        <a:buSzPct val="110000"/>
        <a:buFont typeface="ServiceNow Sans Light" panose="020B0404040101010104" pitchFamily="34" charset="0"/>
        <a:buChar char="•"/>
        <a:defRPr sz="1400" b="0" i="0">
          <a:solidFill>
            <a:schemeClr val="bg1"/>
          </a:solidFill>
          <a:latin typeface="+mn-lt"/>
          <a:ea typeface="+mn-ea"/>
          <a:cs typeface="ServiceNow Sans Display Bold" panose="020B0504040101010104" pitchFamily="34" charset="77"/>
        </a:defRPr>
      </a:lvl6pPr>
      <a:lvl7pPr marL="731520" indent="-182880" algn="l" defTabSz="914400" rtl="0" eaLnBrk="1" latinLnBrk="0" hangingPunct="1">
        <a:lnSpc>
          <a:spcPct val="100000"/>
        </a:lnSpc>
        <a:spcBef>
          <a:spcPts val="0"/>
        </a:spcBef>
        <a:spcAft>
          <a:spcPts val="1000"/>
        </a:spcAft>
        <a:buSzPct val="110000"/>
        <a:buFont typeface="ServiceNow Sans Light" panose="020B0404040101010104" pitchFamily="34" charset="0"/>
        <a:buChar char="•"/>
        <a:defRPr sz="1400">
          <a:solidFill>
            <a:schemeClr val="bg1"/>
          </a:solidFill>
          <a:latin typeface="+mn-lt"/>
          <a:ea typeface="+mn-ea"/>
          <a:cs typeface="+mn-cs"/>
        </a:defRPr>
      </a:lvl7pPr>
      <a:lvl8pPr marL="731520" indent="-182880" algn="l" defTabSz="914400" rtl="0" eaLnBrk="1" latinLnBrk="0" hangingPunct="1">
        <a:lnSpc>
          <a:spcPct val="100000"/>
        </a:lnSpc>
        <a:spcBef>
          <a:spcPts val="0"/>
        </a:spcBef>
        <a:spcAft>
          <a:spcPts val="1000"/>
        </a:spcAft>
        <a:buSzPct val="110000"/>
        <a:buFont typeface="ServiceNow Sans Light" panose="020B0404040101010104" pitchFamily="34" charset="0"/>
        <a:buChar char="•"/>
        <a:defRPr sz="1400">
          <a:solidFill>
            <a:schemeClr val="bg1"/>
          </a:solidFill>
          <a:latin typeface="+mn-lt"/>
          <a:ea typeface="+mn-ea"/>
          <a:cs typeface="+mn-cs"/>
        </a:defRPr>
      </a:lvl8pPr>
      <a:lvl9pPr marL="731520" marR="0" indent="-182880" algn="l" defTabSz="914400" rtl="0" eaLnBrk="1" fontAlgn="auto" latinLnBrk="0" hangingPunct="1">
        <a:lnSpc>
          <a:spcPct val="100000"/>
        </a:lnSpc>
        <a:spcBef>
          <a:spcPts val="0"/>
        </a:spcBef>
        <a:spcAft>
          <a:spcPts val="1000"/>
        </a:spcAft>
        <a:buClrTx/>
        <a:buSzPct val="110000"/>
        <a:buFont typeface="ServiceNow Sans Light" panose="020B0404040101010104" pitchFamily="34" charset="0"/>
        <a:buChar char="•"/>
        <a:tabLst/>
        <a:defRPr sz="1400">
          <a:solidFill>
            <a:schemeClr val="bg1"/>
          </a:solidFill>
          <a:latin typeface="+mn-lt"/>
          <a:ea typeface="+mn-ea"/>
          <a:cs typeface="+mn-cs"/>
        </a:defRPr>
      </a:lvl9pPr>
    </p:bodyStyle>
    <p:otherStyle>
      <a:defPPr>
        <a:defRPr lang="en-US"/>
      </a:defPPr>
      <a:lvl1pPr marL="0" algn="l" defTabSz="914400" rtl="0" eaLnBrk="1" latinLnBrk="0" hangingPunct="1">
        <a:defRPr sz="1800">
          <a:solidFill>
            <a:schemeClr val="tx1"/>
          </a:solidFill>
          <a:latin typeface="+mn-lt"/>
          <a:ea typeface="+mn-ea"/>
          <a:cs typeface="+mn-cs"/>
        </a:defRPr>
      </a:lvl1pPr>
      <a:lvl2pPr marL="457200" algn="l" defTabSz="914400" rtl="0" eaLnBrk="1" latinLnBrk="0" hangingPunct="1">
        <a:defRPr sz="1800">
          <a:solidFill>
            <a:schemeClr val="tx1"/>
          </a:solidFill>
          <a:latin typeface="+mn-lt"/>
          <a:ea typeface="+mn-ea"/>
          <a:cs typeface="+mn-cs"/>
        </a:defRPr>
      </a:lvl2pPr>
      <a:lvl3pPr marL="914400" algn="l" defTabSz="914400" rtl="0" eaLnBrk="1" latinLnBrk="0" hangingPunct="1">
        <a:defRPr sz="1800">
          <a:solidFill>
            <a:schemeClr val="tx1"/>
          </a:solidFill>
          <a:latin typeface="+mn-lt"/>
          <a:ea typeface="+mn-ea"/>
          <a:cs typeface="+mn-cs"/>
        </a:defRPr>
      </a:lvl3pPr>
      <a:lvl4pPr marL="1371600" algn="l" defTabSz="914400" rtl="0" eaLnBrk="1" latinLnBrk="0" hangingPunct="1">
        <a:defRPr sz="1800">
          <a:solidFill>
            <a:schemeClr val="tx1"/>
          </a:solidFill>
          <a:latin typeface="+mn-lt"/>
          <a:ea typeface="+mn-ea"/>
          <a:cs typeface="+mn-cs"/>
        </a:defRPr>
      </a:lvl4pPr>
      <a:lvl5pPr marL="1828800" algn="l" defTabSz="914400" rtl="0" eaLnBrk="1" latinLnBrk="0" hangingPunct="1">
        <a:defRPr sz="1800">
          <a:solidFill>
            <a:schemeClr val="tx1"/>
          </a:solidFill>
          <a:latin typeface="+mn-lt"/>
          <a:ea typeface="+mn-ea"/>
          <a:cs typeface="+mn-cs"/>
        </a:defRPr>
      </a:lvl5pPr>
      <a:lvl6pPr marL="2286000" algn="l" defTabSz="914400" rtl="0" eaLnBrk="1" latinLnBrk="0" hangingPunct="1">
        <a:defRPr sz="1800">
          <a:solidFill>
            <a:schemeClr val="tx1"/>
          </a:solidFill>
          <a:latin typeface="+mn-lt"/>
          <a:ea typeface="+mn-ea"/>
          <a:cs typeface="+mn-cs"/>
        </a:defRPr>
      </a:lvl6pPr>
      <a:lvl7pPr marL="2743200" algn="l" defTabSz="914400" rtl="0" eaLnBrk="1" latinLnBrk="0" hangingPunct="1">
        <a:defRPr sz="1800">
          <a:solidFill>
            <a:schemeClr val="tx1"/>
          </a:solidFill>
          <a:latin typeface="+mn-lt"/>
          <a:ea typeface="+mn-ea"/>
          <a:cs typeface="+mn-cs"/>
        </a:defRPr>
      </a:lvl7pPr>
      <a:lvl8pPr marL="3200400" algn="l" defTabSz="914400" rtl="0" eaLnBrk="1" latinLnBrk="0" hangingPunct="1">
        <a:defRPr sz="1800">
          <a:solidFill>
            <a:schemeClr val="tx1"/>
          </a:solidFill>
          <a:latin typeface="+mn-lt"/>
          <a:ea typeface="+mn-ea"/>
          <a:cs typeface="+mn-cs"/>
        </a:defRPr>
      </a:lvl8pPr>
      <a:lvl9pPr marL="3657600" algn="l" defTabSz="914400" rtl="0" eaLnBrk="1" latinLnBrk="0" hangingPunct="1">
        <a:defRPr sz="1800">
          <a:solidFill>
            <a:schemeClr val="tx1"/>
          </a:solidFill>
          <a:latin typeface="+mn-lt"/>
          <a:ea typeface="+mn-ea"/>
          <a:cs typeface="+mn-cs"/>
        </a:defRPr>
      </a:lvl9pPr>
    </p:otherStyle>
  </p:txStyles>
  <p:extLst>
    <p:ext uri="{27BBF7A9-308A-43DC-89C8-2F10F3537804}">
      <p15:sldGuideLst xmlns:p15="http://schemas.microsoft.com/office/powerpoint/2012/main">
        <p15:guide id="1" pos="346" userDrawn="1">
          <p15:clr>
            <a:srgbClr val="F26B43"/>
          </p15:clr>
        </p15:guide>
        <p15:guide id="2" pos="7330" userDrawn="1">
          <p15:clr>
            <a:srgbClr val="F26B43"/>
          </p15:clr>
        </p15:guide>
        <p15:guide id="3" pos="815" userDrawn="1">
          <p15:clr>
            <a:srgbClr val="F26B43"/>
          </p15:clr>
        </p15:guide>
        <p15:guide id="5" pos="935" userDrawn="1">
          <p15:clr>
            <a:srgbClr val="F26B43"/>
          </p15:clr>
        </p15:guide>
        <p15:guide id="6" pos="1415" userDrawn="1">
          <p15:clr>
            <a:srgbClr val="F26B43"/>
          </p15:clr>
        </p15:guide>
        <p15:guide id="7" pos="1535" userDrawn="1">
          <p15:clr>
            <a:srgbClr val="F26B43"/>
          </p15:clr>
        </p15:guide>
        <p15:guide id="10" pos="2004" userDrawn="1">
          <p15:clr>
            <a:srgbClr val="F26B43"/>
          </p15:clr>
        </p15:guide>
        <p15:guide id="11" pos="2121" userDrawn="1">
          <p15:clr>
            <a:srgbClr val="F26B43"/>
          </p15:clr>
        </p15:guide>
        <p15:guide id="12" orient="horz" pos="690" userDrawn="1">
          <p15:clr>
            <a:srgbClr val="F26B43"/>
          </p15:clr>
        </p15:guide>
        <p15:guide id="13" orient="horz" pos="788" userDrawn="1">
          <p15:clr>
            <a:srgbClr val="F26B43"/>
          </p15:clr>
        </p15:guide>
        <p15:guide id="14" orient="horz" pos="346" userDrawn="1">
          <p15:clr>
            <a:srgbClr val="F26B43"/>
          </p15:clr>
        </p15:guide>
        <p15:guide id="15" orient="horz" pos="1128" userDrawn="1">
          <p15:clr>
            <a:srgbClr val="F26B43"/>
          </p15:clr>
        </p15:guide>
        <p15:guide id="16" orient="horz" pos="1232" userDrawn="1">
          <p15:clr>
            <a:srgbClr val="F26B43"/>
          </p15:clr>
        </p15:guide>
        <p15:guide id="17" orient="horz" pos="1577" userDrawn="1">
          <p15:clr>
            <a:srgbClr val="F26B43"/>
          </p15:clr>
        </p15:guide>
        <p15:guide id="18" orient="horz" pos="1680" userDrawn="1">
          <p15:clr>
            <a:srgbClr val="F26B43"/>
          </p15:clr>
        </p15:guide>
        <p15:guide id="19" orient="horz" pos="4242" userDrawn="1">
          <p15:clr>
            <a:srgbClr val="F26B43"/>
          </p15:clr>
        </p15:guide>
        <p15:guide id="20" pos="2591" userDrawn="1">
          <p15:clr>
            <a:srgbClr val="F26B43"/>
          </p15:clr>
        </p15:guide>
        <p15:guide id="22" pos="2714" userDrawn="1">
          <p15:clr>
            <a:srgbClr val="F26B43"/>
          </p15:clr>
        </p15:guide>
        <p15:guide id="24" pos="3184" userDrawn="1">
          <p15:clr>
            <a:srgbClr val="F26B43"/>
          </p15:clr>
        </p15:guide>
        <p15:guide id="25" pos="3310" userDrawn="1">
          <p15:clr>
            <a:srgbClr val="F26B43"/>
          </p15:clr>
        </p15:guide>
        <p15:guide id="26" pos="3785" userDrawn="1">
          <p15:clr>
            <a:srgbClr val="F26B43"/>
          </p15:clr>
        </p15:guide>
        <p15:guide id="27" pos="3898" userDrawn="1">
          <p15:clr>
            <a:srgbClr val="F26B43"/>
          </p15:clr>
        </p15:guide>
        <p15:guide id="28" pos="4369" userDrawn="1">
          <p15:clr>
            <a:srgbClr val="F26B43"/>
          </p15:clr>
        </p15:guide>
        <p15:guide id="29" pos="4490" userDrawn="1">
          <p15:clr>
            <a:srgbClr val="F26B43"/>
          </p15:clr>
        </p15:guide>
        <p15:guide id="30" pos="4965" userDrawn="1">
          <p15:clr>
            <a:srgbClr val="F26B43"/>
          </p15:clr>
        </p15:guide>
        <p15:guide id="31" pos="5079" userDrawn="1">
          <p15:clr>
            <a:srgbClr val="F26B43"/>
          </p15:clr>
        </p15:guide>
        <p15:guide id="34" pos="5557" userDrawn="1">
          <p15:clr>
            <a:srgbClr val="F26B43"/>
          </p15:clr>
        </p15:guide>
        <p15:guide id="35" pos="5671" userDrawn="1">
          <p15:clr>
            <a:srgbClr val="F26B43"/>
          </p15:clr>
        </p15:guide>
        <p15:guide id="36" pos="6145" userDrawn="1">
          <p15:clr>
            <a:srgbClr val="F26B43"/>
          </p15:clr>
        </p15:guide>
        <p15:guide id="37" pos="6263" userDrawn="1">
          <p15:clr>
            <a:srgbClr val="F26B43"/>
          </p15:clr>
        </p15:guide>
        <p15:guide id="38" pos="6738" userDrawn="1">
          <p15:clr>
            <a:srgbClr val="F26B43"/>
          </p15:clr>
        </p15:guide>
        <p15:guide id="39" pos="6855" userDrawn="1">
          <p15:clr>
            <a:srgbClr val="F26B43"/>
          </p15:clr>
        </p15:guide>
        <p15:guide id="41" orient="horz" pos="2024" userDrawn="1">
          <p15:clr>
            <a:srgbClr val="F26B43"/>
          </p15:clr>
        </p15:guide>
        <p15:guide id="42" orient="horz" pos="2124" userDrawn="1">
          <p15:clr>
            <a:srgbClr val="F26B43"/>
          </p15:clr>
        </p15:guide>
        <p15:guide id="43" orient="horz" pos="2468" userDrawn="1">
          <p15:clr>
            <a:srgbClr val="F26B43"/>
          </p15:clr>
        </p15:guide>
        <p15:guide id="44" orient="horz" pos="2566" userDrawn="1">
          <p15:clr>
            <a:srgbClr val="F26B43"/>
          </p15:clr>
        </p15:guide>
        <p15:guide id="45" orient="horz" pos="2912" userDrawn="1">
          <p15:clr>
            <a:srgbClr val="F26B43"/>
          </p15:clr>
        </p15:guide>
        <p15:guide id="46" orient="horz" pos="3010" userDrawn="1">
          <p15:clr>
            <a:srgbClr val="F26B43"/>
          </p15:clr>
        </p15:guide>
        <p15:guide id="47" orient="horz" pos="3356" userDrawn="1">
          <p15:clr>
            <a:srgbClr val="F26B43"/>
          </p15:clr>
        </p15:guide>
        <p15:guide id="48" orient="horz" pos="3453" userDrawn="1">
          <p15:clr>
            <a:srgbClr val="F26B43"/>
          </p15:clr>
        </p15:guide>
        <p15:guide id="49" orient="horz" pos="3798" userDrawn="1">
          <p15:clr>
            <a:srgbClr val="F26B43"/>
          </p15:clr>
        </p15:guide>
        <p15:guide id="50" orient="horz" pos="389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ustomXml" Target="../ink/ink2.xml"/><Relationship Id="rId5"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24.jpeg"/><Relationship Id="rId13" Type="http://schemas.openxmlformats.org/officeDocument/2006/relationships/image" Target="../media/image29.png"/><Relationship Id="rId3" Type="http://schemas.openxmlformats.org/officeDocument/2006/relationships/hyperlink" Target="https://brandassets.servicenow.com/l/3f92f2539e6b005b/" TargetMode="External"/><Relationship Id="rId7" Type="http://schemas.openxmlformats.org/officeDocument/2006/relationships/image" Target="../media/image23.jpeg"/><Relationship Id="rId12" Type="http://schemas.openxmlformats.org/officeDocument/2006/relationships/image" Target="../media/image28.jpeg"/><Relationship Id="rId2" Type="http://schemas.openxmlformats.org/officeDocument/2006/relationships/notesSlide" Target="../notesSlides/notesSlide2.xml"/><Relationship Id="rId1" Type="http://schemas.openxmlformats.org/officeDocument/2006/relationships/slideLayout" Target="../slideLayouts/slideLayout27.xml"/><Relationship Id="rId6" Type="http://schemas.openxmlformats.org/officeDocument/2006/relationships/image" Target="../media/image22.jpeg"/><Relationship Id="rId11" Type="http://schemas.openxmlformats.org/officeDocument/2006/relationships/image" Target="../media/image27.png"/><Relationship Id="rId5" Type="http://schemas.openxmlformats.org/officeDocument/2006/relationships/image" Target="../media/image21.jpeg"/><Relationship Id="rId10" Type="http://schemas.openxmlformats.org/officeDocument/2006/relationships/image" Target="../media/image26.jpeg"/><Relationship Id="rId4" Type="http://schemas.openxmlformats.org/officeDocument/2006/relationships/image" Target="../media/image20.jpeg"/><Relationship Id="rId9" Type="http://schemas.openxmlformats.org/officeDocument/2006/relationships/image" Target="../media/image25.jpeg"/><Relationship Id="rId14" Type="http://schemas.microsoft.com/office/2007/relationships/hdphoto" Target="../media/hdphoto1.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image" Target="../media/image30.jpeg"/><Relationship Id="rId1" Type="http://schemas.openxmlformats.org/officeDocument/2006/relationships/slideLayout" Target="../slideLayouts/slideLayout6.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slides/_rels/slide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jpeg"/><Relationship Id="rId7" Type="http://schemas.openxmlformats.org/officeDocument/2006/relationships/image" Target="../media/image41.jpeg"/><Relationship Id="rId2" Type="http://schemas.openxmlformats.org/officeDocument/2006/relationships/image" Target="../media/image36.jpeg"/><Relationship Id="rId1" Type="http://schemas.openxmlformats.org/officeDocument/2006/relationships/slideLayout" Target="../slideLayouts/slideLayout6.xml"/><Relationship Id="rId6" Type="http://schemas.openxmlformats.org/officeDocument/2006/relationships/image" Target="../media/image40.jpeg"/><Relationship Id="rId5" Type="http://schemas.openxmlformats.org/officeDocument/2006/relationships/image" Target="../media/image39.jpeg"/><Relationship Id="rId10" Type="http://schemas.openxmlformats.org/officeDocument/2006/relationships/image" Target="../media/image44.png"/><Relationship Id="rId4" Type="http://schemas.openxmlformats.org/officeDocument/2006/relationships/image" Target="../media/image38.jpeg"/><Relationship Id="rId9" Type="http://schemas.openxmlformats.org/officeDocument/2006/relationships/image" Target="../media/image43.png"/></Relationships>
</file>

<file path=ppt/slides/_rels/slide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hyperlink" Target="https://brandcenter.servicenow.com/guidelines/how-we-look/typography.html" TargetMode="External"/><Relationship Id="rId4" Type="http://schemas.openxmlformats.org/officeDocument/2006/relationships/image" Target="../media/image46.png"/></Relationships>
</file>

<file path=ppt/slides/_rels/slide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hyperlink" Target="https://brandcenter.servicenow.com/guidelines/how-we-look/color.html" TargetMode="External"/><Relationship Id="rId5" Type="http://schemas.openxmlformats.org/officeDocument/2006/relationships/image" Target="../media/image49.png"/><Relationship Id="rId4" Type="http://schemas.openxmlformats.org/officeDocument/2006/relationships/image" Target="../media/image4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www.servicenow.com/" TargetMode="Externa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hyperlink" Target="https://www.servicenow.com/" TargetMode="Externa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hyperlink" Target="https://www.servicenow.com/" TargetMode="External"/><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hyperlink" Target="https://www.servicenow.com/" TargetMode="External"/><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hyperlink" Target="https://www.servicenow.com/" TargetMode="Externa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53B10-23F8-1092-2376-DD7F1BD75F9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F21E344-6D23-31AF-0EA7-286435D6B06A}"/>
              </a:ext>
            </a:extLst>
          </p:cNvPr>
          <p:cNvSpPr>
            <a:spLocks noGrp="1" noRot="1" noMove="1" noResize="1" noEditPoints="1" noAdjustHandles="1" noChangeArrowheads="1" noChangeShapeType="1"/>
          </p:cNvSpPr>
          <p:nvPr>
            <p:ph type="title"/>
          </p:nvPr>
        </p:nvSpPr>
        <p:spPr>
          <a:xfrm>
            <a:off x="548641" y="547688"/>
            <a:ext cx="11089323" cy="3589909"/>
          </a:xfrm>
        </p:spPr>
        <p:txBody>
          <a:bodyPr/>
          <a:lstStyle/>
          <a:p>
            <a:r>
              <a:rPr lang="en-US" dirty="0">
                <a:solidFill>
                  <a:schemeClr val="accent1"/>
                </a:solidFill>
              </a:rPr>
              <a:t>ServiceNow</a:t>
            </a:r>
            <a:br>
              <a:rPr lang="en-US" dirty="0"/>
            </a:br>
            <a:r>
              <a:rPr lang="en-US" dirty="0"/>
              <a:t>Corporate PowerPoint Template</a:t>
            </a:r>
          </a:p>
        </p:txBody>
      </p:sp>
      <p:sp>
        <p:nvSpPr>
          <p:cNvPr id="8" name="Text Placeholder 7">
            <a:extLst>
              <a:ext uri="{FF2B5EF4-FFF2-40B4-BE49-F238E27FC236}">
                <a16:creationId xmlns:a16="http://schemas.microsoft.com/office/drawing/2014/main" id="{8E768BBD-E805-8D51-2AAD-766207A027C2}"/>
              </a:ext>
            </a:extLst>
          </p:cNvPr>
          <p:cNvSpPr>
            <a:spLocks noGrp="1" noRot="1" noMove="1" noResize="1" noEditPoints="1" noAdjustHandles="1" noChangeArrowheads="1" noChangeShapeType="1"/>
          </p:cNvSpPr>
          <p:nvPr>
            <p:ph type="body" sz="quarter" idx="10"/>
          </p:nvPr>
        </p:nvSpPr>
        <p:spPr>
          <a:xfrm>
            <a:off x="548641" y="4139184"/>
            <a:ext cx="6387148" cy="890577"/>
          </a:xfrm>
        </p:spPr>
        <p:txBody>
          <a:bodyPr/>
          <a:lstStyle/>
          <a:p>
            <a:r>
              <a:rPr lang="en-US" dirty="0"/>
              <a:t>July 2026 v2.3</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A59B0378-C856-DD11-B93B-96E33E15D701}"/>
                  </a:ext>
                </a:extLst>
              </p14:cNvPr>
              <p14:cNvContentPartPr/>
              <p14:nvPr/>
            </p14:nvContentPartPr>
            <p14:xfrm>
              <a:off x="4646040" y="5173578"/>
              <a:ext cx="9255" cy="9255"/>
            </p14:xfrm>
          </p:contentPart>
        </mc:Choice>
        <mc:Fallback xmlns="">
          <p:pic>
            <p:nvPicPr>
              <p:cNvPr id="4" name="Ink 3">
                <a:extLst>
                  <a:ext uri="{FF2B5EF4-FFF2-40B4-BE49-F238E27FC236}">
                    <a16:creationId xmlns:a16="http://schemas.microsoft.com/office/drawing/2014/main" id="{A59B0378-C856-DD11-B93B-96E33E15D701}"/>
                  </a:ext>
                </a:extLst>
              </p:cNvPr>
              <p:cNvPicPr/>
              <p:nvPr/>
            </p:nvPicPr>
            <p:blipFill>
              <a:blip r:embed="rId5"/>
              <a:stretch>
                <a:fillRect/>
              </a:stretch>
            </p:blipFill>
            <p:spPr>
              <a:xfrm>
                <a:off x="4183290" y="4710828"/>
                <a:ext cx="925500" cy="9255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30311B70-567D-986C-0AE7-F7AB060E0FCC}"/>
                  </a:ext>
                </a:extLst>
              </p14:cNvPr>
              <p14:cNvContentPartPr/>
              <p14:nvPr/>
            </p14:nvContentPartPr>
            <p14:xfrm>
              <a:off x="4646040" y="5173578"/>
              <a:ext cx="9255" cy="9255"/>
            </p14:xfrm>
          </p:contentPart>
        </mc:Choice>
        <mc:Fallback xmlns="">
          <p:pic>
            <p:nvPicPr>
              <p:cNvPr id="5" name="Ink 4">
                <a:extLst>
                  <a:ext uri="{FF2B5EF4-FFF2-40B4-BE49-F238E27FC236}">
                    <a16:creationId xmlns:a16="http://schemas.microsoft.com/office/drawing/2014/main" id="{30311B70-567D-986C-0AE7-F7AB060E0FCC}"/>
                  </a:ext>
                </a:extLst>
              </p:cNvPr>
              <p:cNvPicPr/>
              <p:nvPr/>
            </p:nvPicPr>
            <p:blipFill>
              <a:blip r:embed="rId5"/>
              <a:stretch>
                <a:fillRect/>
              </a:stretch>
            </p:blipFill>
            <p:spPr>
              <a:xfrm>
                <a:off x="4183290" y="4710828"/>
                <a:ext cx="925500" cy="9255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EC53990F-EB7B-8D0E-9B00-1A89AB1DDF11}"/>
                  </a:ext>
                </a:extLst>
              </p14:cNvPr>
              <p14:cNvContentPartPr/>
              <p14:nvPr/>
            </p14:nvContentPartPr>
            <p14:xfrm>
              <a:off x="4646040" y="5173578"/>
              <a:ext cx="9255" cy="9255"/>
            </p14:xfrm>
          </p:contentPart>
        </mc:Choice>
        <mc:Fallback xmlns="">
          <p:pic>
            <p:nvPicPr>
              <p:cNvPr id="6" name="Ink 5">
                <a:extLst>
                  <a:ext uri="{FF2B5EF4-FFF2-40B4-BE49-F238E27FC236}">
                    <a16:creationId xmlns:a16="http://schemas.microsoft.com/office/drawing/2014/main" id="{EC53990F-EB7B-8D0E-9B00-1A89AB1DDF11}"/>
                  </a:ext>
                </a:extLst>
              </p:cNvPr>
              <p:cNvPicPr/>
              <p:nvPr/>
            </p:nvPicPr>
            <p:blipFill>
              <a:blip r:embed="rId5"/>
              <a:stretch>
                <a:fillRect/>
              </a:stretch>
            </p:blipFill>
            <p:spPr>
              <a:xfrm>
                <a:off x="4183290" y="4710828"/>
                <a:ext cx="925500" cy="9255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390316F6-F702-357E-748B-AE85086EBE7D}"/>
                  </a:ext>
                </a:extLst>
              </p14:cNvPr>
              <p14:cNvContentPartPr/>
              <p14:nvPr/>
            </p14:nvContentPartPr>
            <p14:xfrm>
              <a:off x="2147173" y="5155068"/>
              <a:ext cx="9255" cy="9255"/>
            </p14:xfrm>
          </p:contentPart>
        </mc:Choice>
        <mc:Fallback xmlns="">
          <p:pic>
            <p:nvPicPr>
              <p:cNvPr id="7" name="Ink 6">
                <a:extLst>
                  <a:ext uri="{FF2B5EF4-FFF2-40B4-BE49-F238E27FC236}">
                    <a16:creationId xmlns:a16="http://schemas.microsoft.com/office/drawing/2014/main" id="{390316F6-F702-357E-748B-AE85086EBE7D}"/>
                  </a:ext>
                </a:extLst>
              </p:cNvPr>
              <p:cNvPicPr/>
              <p:nvPr/>
            </p:nvPicPr>
            <p:blipFill>
              <a:blip r:embed="rId5"/>
              <a:stretch>
                <a:fillRect/>
              </a:stretch>
            </p:blipFill>
            <p:spPr>
              <a:xfrm>
                <a:off x="1684423" y="4692318"/>
                <a:ext cx="925500" cy="925500"/>
              </a:xfrm>
              <a:prstGeom prst="rect">
                <a:avLst/>
              </a:prstGeom>
            </p:spPr>
          </p:pic>
        </mc:Fallback>
      </mc:AlternateContent>
    </p:spTree>
    <p:extLst>
      <p:ext uri="{BB962C8B-B14F-4D97-AF65-F5344CB8AC3E}">
        <p14:creationId xmlns:p14="http://schemas.microsoft.com/office/powerpoint/2010/main" val="72777819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26C726A-0B4A-7B94-6851-F1937A074944}"/>
              </a:ext>
            </a:extLst>
          </p:cNvPr>
          <p:cNvSpPr>
            <a:spLocks noGrp="1" noRot="1" noMove="1" noResize="1" noEditPoints="1" noAdjustHandles="1" noChangeArrowheads="1" noChangeShapeType="1"/>
          </p:cNvSpPr>
          <p:nvPr>
            <p:ph type="body" sz="quarter" idx="14"/>
          </p:nvPr>
        </p:nvSpPr>
        <p:spPr>
          <a:xfrm>
            <a:off x="549274" y="3337421"/>
            <a:ext cx="4064607" cy="2543332"/>
          </a:xfrm>
        </p:spPr>
        <p:txBody>
          <a:bodyPr/>
          <a:lstStyle/>
          <a:p>
            <a:r>
              <a:rPr lang="en-US" sz="1200" dirty="0">
                <a:latin typeface="ServiceNow Sans Medium" panose="020B0504040101010104" pitchFamily="34" charset="77"/>
              </a:rPr>
              <a:t>You are in the Corporate PowerPoint Template, </a:t>
            </a:r>
            <a:br>
              <a:rPr lang="en-US" sz="1200" dirty="0">
                <a:latin typeface="ServiceNow Sans Medium" panose="020B0504040101010104" pitchFamily="34" charset="77"/>
              </a:rPr>
            </a:br>
            <a:r>
              <a:rPr lang="en-US" sz="1200" dirty="0">
                <a:latin typeface="ServiceNow Sans Medium" panose="020B0504040101010104" pitchFamily="34" charset="77"/>
              </a:rPr>
              <a:t>your starting point for every great presentation. </a:t>
            </a:r>
            <a:br>
              <a:rPr lang="en-US" sz="1200" dirty="0">
                <a:latin typeface="ServiceNow Sans Medium" panose="020B0504040101010104" pitchFamily="34" charset="77"/>
              </a:rPr>
            </a:br>
            <a:r>
              <a:rPr lang="en-US" sz="1200" dirty="0">
                <a:latin typeface="ServiceNow Sans Medium" panose="020B0504040101010104" pitchFamily="34" charset="77"/>
              </a:rPr>
              <a:t>Use this file as your working deck.</a:t>
            </a:r>
          </a:p>
          <a:p>
            <a:r>
              <a:rPr lang="en-US" sz="1200" dirty="0"/>
              <a:t>To keep the file size of the Template manageable, </a:t>
            </a:r>
            <a:br>
              <a:rPr lang="en-US" sz="1200" dirty="0"/>
            </a:br>
            <a:r>
              <a:rPr lang="en-US" sz="1200" dirty="0"/>
              <a:t>many slides have been migrated into a </a:t>
            </a:r>
            <a:r>
              <a:rPr lang="en-US" sz="1200" dirty="0">
                <a:hlinkClick r:id="rId3"/>
              </a:rPr>
              <a:t>Toolkit file </a:t>
            </a:r>
            <a:br>
              <a:rPr lang="en-US" sz="1200" dirty="0"/>
            </a:br>
            <a:r>
              <a:rPr lang="en-US" sz="1200" dirty="0"/>
              <a:t>linked to the right.</a:t>
            </a:r>
          </a:p>
          <a:p>
            <a:r>
              <a:rPr lang="en-US" sz="1200" dirty="0"/>
              <a:t>This companion file has additional slides and layout libraries for specific needs—Al platform visuals, Safe Harbor notice, timelines, org charts, brand icons, charts, maps, gradients, and more!</a:t>
            </a:r>
            <a:br>
              <a:rPr lang="en-US" sz="1200" dirty="0"/>
            </a:br>
            <a:br>
              <a:rPr lang="en-US" sz="1200" dirty="0"/>
            </a:br>
            <a:r>
              <a:rPr lang="en-US" sz="1200" dirty="0"/>
              <a:t>Browse the Toolkit to find slides and design elements you need, then copy and paste them into your working deck.</a:t>
            </a:r>
          </a:p>
        </p:txBody>
      </p:sp>
      <p:sp>
        <p:nvSpPr>
          <p:cNvPr id="5" name="Title 4">
            <a:extLst>
              <a:ext uri="{FF2B5EF4-FFF2-40B4-BE49-F238E27FC236}">
                <a16:creationId xmlns:a16="http://schemas.microsoft.com/office/drawing/2014/main" id="{C1C1BB29-5F39-1BF9-63A7-080B599ADC04}"/>
              </a:ext>
            </a:extLst>
          </p:cNvPr>
          <p:cNvSpPr>
            <a:spLocks noGrp="1" noRot="1" noMove="1" noResize="1" noEditPoints="1" noAdjustHandles="1" noChangeArrowheads="1" noChangeShapeType="1"/>
          </p:cNvSpPr>
          <p:nvPr>
            <p:ph type="title"/>
          </p:nvPr>
        </p:nvSpPr>
        <p:spPr>
          <a:xfrm>
            <a:off x="533527" y="1081799"/>
            <a:ext cx="3982632" cy="2066543"/>
          </a:xfrm>
        </p:spPr>
        <p:txBody>
          <a:bodyPr/>
          <a:lstStyle/>
          <a:p>
            <a:r>
              <a:rPr lang="en-US" sz="4400" dirty="0"/>
              <a:t>Welcome to </a:t>
            </a:r>
            <a:br>
              <a:rPr lang="en-US" sz="4400" dirty="0">
                <a:solidFill>
                  <a:schemeClr val="bg1"/>
                </a:solidFill>
              </a:rPr>
            </a:br>
            <a:r>
              <a:rPr lang="en-US" sz="4400" dirty="0">
                <a:solidFill>
                  <a:schemeClr val="bg1"/>
                </a:solidFill>
              </a:rPr>
              <a:t>the Corporate PowerPoint </a:t>
            </a:r>
            <a:br>
              <a:rPr lang="en-US" sz="4400" dirty="0">
                <a:solidFill>
                  <a:schemeClr val="bg1"/>
                </a:solidFill>
              </a:rPr>
            </a:br>
            <a:r>
              <a:rPr lang="en-US" sz="4400" dirty="0">
                <a:solidFill>
                  <a:schemeClr val="bg1"/>
                </a:solidFill>
              </a:rPr>
              <a:t>Template</a:t>
            </a:r>
          </a:p>
        </p:txBody>
      </p:sp>
      <p:sp>
        <p:nvSpPr>
          <p:cNvPr id="18" name="TextBox 17">
            <a:extLst>
              <a:ext uri="{FF2B5EF4-FFF2-40B4-BE49-F238E27FC236}">
                <a16:creationId xmlns:a16="http://schemas.microsoft.com/office/drawing/2014/main" id="{2D89FF08-5605-D371-8777-4F1DBCD61357}"/>
              </a:ext>
            </a:extLst>
          </p:cNvPr>
          <p:cNvSpPr txBox="1">
            <a:spLocks noGrp="1" noRot="1" noMove="1" noResize="1" noEditPoints="1" noAdjustHandles="1" noChangeArrowheads="1" noChangeShapeType="1"/>
          </p:cNvSpPr>
          <p:nvPr/>
        </p:nvSpPr>
        <p:spPr>
          <a:xfrm>
            <a:off x="6224925" y="1273819"/>
            <a:ext cx="1971117" cy="215444"/>
          </a:xfrm>
          <a:prstGeom prst="rect">
            <a:avLst/>
          </a:prstGeom>
          <a:noFill/>
        </p:spPr>
        <p:txBody>
          <a:bodyPr wrap="none" lIns="0" tIns="0" rIns="0" bIns="0" rtlCol="0">
            <a:spAutoFit/>
          </a:bodyPr>
          <a:lstStyle/>
          <a:p>
            <a:pPr algn="l"/>
            <a:r>
              <a:rPr lang="en-US" sz="1400">
                <a:solidFill>
                  <a:schemeClr val="bg1"/>
                </a:solidFill>
                <a:latin typeface="ServiceNow Sans Medium" panose="020B0504040101010104" pitchFamily="34" charset="77"/>
                <a:cs typeface="ServiceNow Sans Light" panose="020B0404040101010104" pitchFamily="34" charset="77"/>
              </a:rPr>
              <a:t>Start with the Template</a:t>
            </a:r>
          </a:p>
        </p:txBody>
      </p:sp>
      <p:sp>
        <p:nvSpPr>
          <p:cNvPr id="19" name="TextBox 18">
            <a:extLst>
              <a:ext uri="{FF2B5EF4-FFF2-40B4-BE49-F238E27FC236}">
                <a16:creationId xmlns:a16="http://schemas.microsoft.com/office/drawing/2014/main" id="{EFCBDD7D-29C5-22FF-2878-A4B6D18CD8C2}"/>
              </a:ext>
            </a:extLst>
          </p:cNvPr>
          <p:cNvSpPr txBox="1">
            <a:spLocks noGrp="1" noRot="1" noMove="1" noResize="1" noEditPoints="1" noAdjustHandles="1" noChangeArrowheads="1" noChangeShapeType="1"/>
          </p:cNvSpPr>
          <p:nvPr/>
        </p:nvSpPr>
        <p:spPr>
          <a:xfrm>
            <a:off x="6224925" y="3484725"/>
            <a:ext cx="4165628" cy="215444"/>
          </a:xfrm>
          <a:prstGeom prst="rect">
            <a:avLst/>
          </a:prstGeom>
          <a:noFill/>
        </p:spPr>
        <p:txBody>
          <a:bodyPr wrap="none" lIns="0" tIns="0" rIns="0" bIns="0" rtlCol="0">
            <a:spAutoFit/>
          </a:bodyPr>
          <a:lstStyle/>
          <a:p>
            <a:pPr algn="l"/>
            <a:r>
              <a:rPr lang="en-US" sz="1400">
                <a:solidFill>
                  <a:schemeClr val="bg1"/>
                </a:solidFill>
                <a:latin typeface="ServiceNow Sans Medium" panose="020B0504040101010104" pitchFamily="34" charset="77"/>
                <a:cs typeface="ServiceNow Sans Light" panose="020B0404040101010104" pitchFamily="34" charset="77"/>
              </a:rPr>
              <a:t>Copy and paste design elements from the Toolkit</a:t>
            </a:r>
          </a:p>
        </p:txBody>
      </p:sp>
      <p:sp>
        <p:nvSpPr>
          <p:cNvPr id="20" name="Rounded Rectangle 37">
            <a:extLst>
              <a:ext uri="{FF2B5EF4-FFF2-40B4-BE49-F238E27FC236}">
                <a16:creationId xmlns:a16="http://schemas.microsoft.com/office/drawing/2014/main" id="{8CBEDC29-A433-064C-482E-4DCEAACE5D0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5736352" y="1171928"/>
            <a:ext cx="411346" cy="412870"/>
          </a:xfrm>
          <a:prstGeom prst="roundRect">
            <a:avLst>
              <a:gd name="adj" fmla="val 50000"/>
            </a:avLst>
          </a:prstGeom>
          <a:solidFill>
            <a:schemeClr val="accent1"/>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a:solidFill>
                  <a:schemeClr val="tx1"/>
                </a:solidFill>
                <a:latin typeface="ServiceNow Sans Medium" panose="020B0504040101010104" pitchFamily="34" charset="77"/>
              </a:rPr>
              <a:t>1</a:t>
            </a:r>
          </a:p>
        </p:txBody>
      </p:sp>
      <p:sp>
        <p:nvSpPr>
          <p:cNvPr id="21" name="Rounded Rectangle 37">
            <a:extLst>
              <a:ext uri="{FF2B5EF4-FFF2-40B4-BE49-F238E27FC236}">
                <a16:creationId xmlns:a16="http://schemas.microsoft.com/office/drawing/2014/main" id="{877BB5A6-31F7-10AE-621B-38103C2F2647}"/>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5736352" y="3391041"/>
            <a:ext cx="411346" cy="412870"/>
          </a:xfrm>
          <a:prstGeom prst="roundRect">
            <a:avLst>
              <a:gd name="adj" fmla="val 50000"/>
            </a:avLst>
          </a:prstGeom>
          <a:solidFill>
            <a:schemeClr val="bg1"/>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a:solidFill>
                  <a:schemeClr val="tx1"/>
                </a:solidFill>
                <a:latin typeface="ServiceNow Sans Medium" panose="020B0504040101010104" pitchFamily="34" charset="77"/>
              </a:rPr>
              <a:t>2</a:t>
            </a:r>
          </a:p>
        </p:txBody>
      </p:sp>
      <p:cxnSp>
        <p:nvCxnSpPr>
          <p:cNvPr id="45" name="Straight Connector 44">
            <a:extLst>
              <a:ext uri="{FF2B5EF4-FFF2-40B4-BE49-F238E27FC236}">
                <a16:creationId xmlns:a16="http://schemas.microsoft.com/office/drawing/2014/main" id="{C26F8894-F70E-3820-4B0F-27722EA02254}"/>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p:nvCxnSpPr>
        <p:spPr>
          <a:xfrm>
            <a:off x="5736352" y="2914520"/>
            <a:ext cx="5581503" cy="0"/>
          </a:xfrm>
          <a:prstGeom prst="line">
            <a:avLst/>
          </a:prstGeom>
          <a:ln w="9525"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50" name="Rounded Rectangle 49">
            <a:extLst>
              <a:ext uri="{FF2B5EF4-FFF2-40B4-BE49-F238E27FC236}">
                <a16:creationId xmlns:a16="http://schemas.microsoft.com/office/drawing/2014/main" id="{286982CB-96A5-7849-A3BA-7CC7555C970D}"/>
              </a:ext>
            </a:extLst>
          </p:cNvPr>
          <p:cNvSpPr>
            <a:spLocks noGrp="1" noRot="1" noMove="1" noResize="1" noEditPoints="1" noAdjustHandles="1" noChangeArrowheads="1" noChangeShapeType="1"/>
          </p:cNvSpPr>
          <p:nvPr/>
        </p:nvSpPr>
        <p:spPr>
          <a:xfrm>
            <a:off x="6225958" y="1584798"/>
            <a:ext cx="5151334" cy="1136711"/>
          </a:xfrm>
          <a:prstGeom prst="roundRect">
            <a:avLst>
              <a:gd name="adj" fmla="val 6124"/>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sp>
        <p:nvSpPr>
          <p:cNvPr id="54" name="Rounded Rectangle 53">
            <a:extLst>
              <a:ext uri="{FF2B5EF4-FFF2-40B4-BE49-F238E27FC236}">
                <a16:creationId xmlns:a16="http://schemas.microsoft.com/office/drawing/2014/main" id="{98C00411-8538-C508-8B65-7730E515E8BB}"/>
              </a:ext>
            </a:extLst>
          </p:cNvPr>
          <p:cNvSpPr>
            <a:spLocks noGrp="1" noRot="1" noMove="1" noResize="1" noEditPoints="1" noAdjustHandles="1" noChangeArrowheads="1" noChangeShapeType="1"/>
          </p:cNvSpPr>
          <p:nvPr/>
        </p:nvSpPr>
        <p:spPr>
          <a:xfrm>
            <a:off x="6224925" y="3806233"/>
            <a:ext cx="5151334" cy="2157922"/>
          </a:xfrm>
          <a:prstGeom prst="roundRect">
            <a:avLst>
              <a:gd name="adj" fmla="val 3337"/>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a:solidFill>
                <a:schemeClr val="tx1"/>
              </a:solidFill>
            </a:endParaRPr>
          </a:p>
        </p:txBody>
      </p:sp>
      <p:pic>
        <p:nvPicPr>
          <p:cNvPr id="2" name="Picture 1">
            <a:extLst>
              <a:ext uri="{FF2B5EF4-FFF2-40B4-BE49-F238E27FC236}">
                <a16:creationId xmlns:a16="http://schemas.microsoft.com/office/drawing/2014/main" id="{442D6F68-7406-2046-C60E-F52FA0F7492F}"/>
              </a:ext>
            </a:extLst>
          </p:cNvPr>
          <p:cNvPicPr>
            <a:picLocks noGrp="1" noRot="1" noMove="1" noResize="1" noEditPoints="1" noAdjustHandles="1" noChangeArrowheads="1" noChangeShapeType="1" noCrop="1"/>
          </p:cNvPicPr>
          <p:nvPr/>
        </p:nvPicPr>
        <p:blipFill>
          <a:blip r:embed="rId4" cstate="screen">
            <a:extLst>
              <a:ext uri="{28A0092B-C50C-407E-A947-70E740481C1C}">
                <a14:useLocalDpi xmlns:a14="http://schemas.microsoft.com/office/drawing/2010/main"/>
              </a:ext>
            </a:extLst>
          </a:blip>
          <a:srcRect/>
          <a:stretch/>
        </p:blipFill>
        <p:spPr>
          <a:xfrm>
            <a:off x="6341778" y="1714082"/>
            <a:ext cx="1529248" cy="860040"/>
          </a:xfrm>
          <a:prstGeom prst="roundRect">
            <a:avLst>
              <a:gd name="adj" fmla="val 4057"/>
            </a:avLst>
          </a:prstGeom>
          <a:solidFill>
            <a:schemeClr val="bg1"/>
          </a:solidFill>
          <a:ln w="6350">
            <a:solidFill>
              <a:schemeClr val="bg2">
                <a:lumMod val="95000"/>
                <a:alpha val="10000"/>
              </a:schemeClr>
            </a:solidFill>
          </a:ln>
          <a:effectLst/>
        </p:spPr>
      </p:pic>
      <p:pic>
        <p:nvPicPr>
          <p:cNvPr id="7" name="Picture 6">
            <a:extLst>
              <a:ext uri="{FF2B5EF4-FFF2-40B4-BE49-F238E27FC236}">
                <a16:creationId xmlns:a16="http://schemas.microsoft.com/office/drawing/2014/main" id="{7DC2F56E-18DD-82EB-0FA9-74159A86B998}"/>
              </a:ext>
            </a:extLst>
          </p:cNvPr>
          <p:cNvPicPr>
            <a:picLocks noGrp="1" noRot="1" noMove="1" noResize="1" noEditPoints="1" noAdjustHandles="1" noChangeArrowheads="1" noChangeShapeType="1" noCrop="1"/>
          </p:cNvPicPr>
          <p:nvPr/>
        </p:nvPicPr>
        <p:blipFill>
          <a:blip r:embed="rId5" cstate="screen">
            <a:extLst>
              <a:ext uri="{28A0092B-C50C-407E-A947-70E740481C1C}">
                <a14:useLocalDpi xmlns:a14="http://schemas.microsoft.com/office/drawing/2010/main"/>
              </a:ext>
            </a:extLst>
          </a:blip>
          <a:srcRect/>
          <a:stretch/>
        </p:blipFill>
        <p:spPr>
          <a:xfrm>
            <a:off x="8012795" y="1714082"/>
            <a:ext cx="1529248" cy="860040"/>
          </a:xfrm>
          <a:prstGeom prst="roundRect">
            <a:avLst>
              <a:gd name="adj" fmla="val 4057"/>
            </a:avLst>
          </a:prstGeom>
          <a:solidFill>
            <a:schemeClr val="bg1"/>
          </a:solidFill>
          <a:ln w="6350">
            <a:solidFill>
              <a:schemeClr val="bg2">
                <a:lumMod val="95000"/>
                <a:alpha val="10000"/>
              </a:schemeClr>
            </a:solidFill>
          </a:ln>
          <a:effectLst/>
        </p:spPr>
      </p:pic>
      <p:pic>
        <p:nvPicPr>
          <p:cNvPr id="8" name="Picture 7">
            <a:extLst>
              <a:ext uri="{FF2B5EF4-FFF2-40B4-BE49-F238E27FC236}">
                <a16:creationId xmlns:a16="http://schemas.microsoft.com/office/drawing/2014/main" id="{0425CCFD-1783-8F0F-CF16-7B2BFF30AC37}"/>
              </a:ext>
            </a:extLst>
          </p:cNvPr>
          <p:cNvPicPr>
            <a:picLocks noGrp="1" noRot="1" noMove="1" noResize="1" noEditPoints="1" noAdjustHandles="1" noChangeArrowheads="1" noChangeShapeType="1" noCrop="1"/>
          </p:cNvPicPr>
          <p:nvPr/>
        </p:nvPicPr>
        <p:blipFill>
          <a:blip r:embed="rId6" cstate="screen">
            <a:extLst>
              <a:ext uri="{28A0092B-C50C-407E-A947-70E740481C1C}">
                <a14:useLocalDpi xmlns:a14="http://schemas.microsoft.com/office/drawing/2010/main"/>
              </a:ext>
            </a:extLst>
          </a:blip>
          <a:srcRect/>
          <a:stretch/>
        </p:blipFill>
        <p:spPr>
          <a:xfrm>
            <a:off x="9680731" y="1714082"/>
            <a:ext cx="1529248" cy="860040"/>
          </a:xfrm>
          <a:prstGeom prst="roundRect">
            <a:avLst>
              <a:gd name="adj" fmla="val 4057"/>
            </a:avLst>
          </a:prstGeom>
          <a:solidFill>
            <a:schemeClr val="bg1"/>
          </a:solidFill>
          <a:ln w="6350">
            <a:solidFill>
              <a:schemeClr val="bg2">
                <a:lumMod val="95000"/>
                <a:alpha val="10000"/>
              </a:schemeClr>
            </a:solidFill>
          </a:ln>
          <a:effectLst/>
        </p:spPr>
      </p:pic>
      <p:pic>
        <p:nvPicPr>
          <p:cNvPr id="9" name="Picture 8">
            <a:extLst>
              <a:ext uri="{FF2B5EF4-FFF2-40B4-BE49-F238E27FC236}">
                <a16:creationId xmlns:a16="http://schemas.microsoft.com/office/drawing/2014/main" id="{E5A0F9CD-1AB2-B0AB-92EE-7AE632AC1347}"/>
              </a:ext>
            </a:extLst>
          </p:cNvPr>
          <p:cNvPicPr>
            <a:picLocks noGrp="1" noRot="1" noMove="1" noResize="1" noEditPoints="1" noAdjustHandles="1" noChangeArrowheads="1" noChangeShapeType="1" noCrop="1"/>
          </p:cNvPicPr>
          <p:nvPr/>
        </p:nvPicPr>
        <p:blipFill>
          <a:blip r:embed="rId7" cstate="screen">
            <a:extLst>
              <a:ext uri="{28A0092B-C50C-407E-A947-70E740481C1C}">
                <a14:useLocalDpi xmlns:a14="http://schemas.microsoft.com/office/drawing/2010/main"/>
              </a:ext>
            </a:extLst>
          </a:blip>
          <a:srcRect/>
          <a:stretch/>
        </p:blipFill>
        <p:spPr>
          <a:xfrm>
            <a:off x="8008653" y="3960452"/>
            <a:ext cx="1529248" cy="860040"/>
          </a:xfrm>
          <a:prstGeom prst="roundRect">
            <a:avLst>
              <a:gd name="adj" fmla="val 4057"/>
            </a:avLst>
          </a:prstGeom>
          <a:solidFill>
            <a:schemeClr val="bg1"/>
          </a:solidFill>
          <a:ln w="6350">
            <a:solidFill>
              <a:schemeClr val="bg2">
                <a:lumMod val="95000"/>
                <a:alpha val="10000"/>
              </a:schemeClr>
            </a:solidFill>
          </a:ln>
          <a:effectLst/>
        </p:spPr>
      </p:pic>
      <p:pic>
        <p:nvPicPr>
          <p:cNvPr id="12" name="Picture 11">
            <a:extLst>
              <a:ext uri="{FF2B5EF4-FFF2-40B4-BE49-F238E27FC236}">
                <a16:creationId xmlns:a16="http://schemas.microsoft.com/office/drawing/2014/main" id="{A1AC1CCF-F2AA-0300-E116-1E4CB17BCB2E}"/>
              </a:ext>
            </a:extLst>
          </p:cNvPr>
          <p:cNvPicPr>
            <a:picLocks noGrp="1" noRot="1" noMove="1" noResize="1" noEditPoints="1" noAdjustHandles="1" noChangeArrowheads="1" noChangeShapeType="1" noCrop="1"/>
          </p:cNvPicPr>
          <p:nvPr/>
        </p:nvPicPr>
        <p:blipFill>
          <a:blip r:embed="rId8" cstate="screen">
            <a:extLst>
              <a:ext uri="{28A0092B-C50C-407E-A947-70E740481C1C}">
                <a14:useLocalDpi xmlns:a14="http://schemas.microsoft.com/office/drawing/2010/main"/>
              </a:ext>
            </a:extLst>
          </a:blip>
          <a:srcRect/>
          <a:stretch/>
        </p:blipFill>
        <p:spPr>
          <a:xfrm>
            <a:off x="9680731" y="3960452"/>
            <a:ext cx="1529248" cy="860040"/>
          </a:xfrm>
          <a:prstGeom prst="roundRect">
            <a:avLst>
              <a:gd name="adj" fmla="val 4057"/>
            </a:avLst>
          </a:prstGeom>
          <a:solidFill>
            <a:schemeClr val="bg1"/>
          </a:solidFill>
          <a:ln w="6350">
            <a:solidFill>
              <a:schemeClr val="bg2">
                <a:lumMod val="95000"/>
                <a:alpha val="10000"/>
              </a:schemeClr>
            </a:solidFill>
          </a:ln>
          <a:effectLst/>
        </p:spPr>
      </p:pic>
      <p:pic>
        <p:nvPicPr>
          <p:cNvPr id="13" name="Picture 12">
            <a:extLst>
              <a:ext uri="{FF2B5EF4-FFF2-40B4-BE49-F238E27FC236}">
                <a16:creationId xmlns:a16="http://schemas.microsoft.com/office/drawing/2014/main" id="{84C60546-B8F0-5A5C-2DFD-BB2B9A757CDE}"/>
              </a:ext>
            </a:extLst>
          </p:cNvPr>
          <p:cNvPicPr>
            <a:picLocks noGrp="1" noRot="1" noMove="1" noResize="1" noEditPoints="1" noAdjustHandles="1" noChangeArrowheads="1" noChangeShapeType="1" noCrop="1"/>
          </p:cNvPicPr>
          <p:nvPr/>
        </p:nvPicPr>
        <p:blipFill>
          <a:blip r:embed="rId9" cstate="screen">
            <a:extLst>
              <a:ext uri="{28A0092B-C50C-407E-A947-70E740481C1C}">
                <a14:useLocalDpi xmlns:a14="http://schemas.microsoft.com/office/drawing/2010/main"/>
              </a:ext>
            </a:extLst>
          </a:blip>
          <a:srcRect/>
          <a:stretch/>
        </p:blipFill>
        <p:spPr>
          <a:xfrm>
            <a:off x="6341778" y="4933218"/>
            <a:ext cx="1529248" cy="860040"/>
          </a:xfrm>
          <a:prstGeom prst="roundRect">
            <a:avLst>
              <a:gd name="adj" fmla="val 4057"/>
            </a:avLst>
          </a:prstGeom>
          <a:solidFill>
            <a:schemeClr val="bg1"/>
          </a:solidFill>
          <a:ln w="6350">
            <a:solidFill>
              <a:schemeClr val="bg2">
                <a:lumMod val="95000"/>
                <a:alpha val="10000"/>
              </a:schemeClr>
            </a:solidFill>
          </a:ln>
          <a:effectLst/>
        </p:spPr>
      </p:pic>
      <p:pic>
        <p:nvPicPr>
          <p:cNvPr id="14" name="Picture 13">
            <a:extLst>
              <a:ext uri="{FF2B5EF4-FFF2-40B4-BE49-F238E27FC236}">
                <a16:creationId xmlns:a16="http://schemas.microsoft.com/office/drawing/2014/main" id="{70DE03B1-4CC0-2D19-1BF0-0C0BBB3EC9EE}"/>
              </a:ext>
            </a:extLst>
          </p:cNvPr>
          <p:cNvPicPr>
            <a:picLocks noGrp="1" noRot="1" noMove="1" noResize="1" noEditPoints="1" noAdjustHandles="1" noChangeArrowheads="1" noChangeShapeType="1" noCrop="1"/>
          </p:cNvPicPr>
          <p:nvPr/>
        </p:nvPicPr>
        <p:blipFill>
          <a:blip r:embed="rId10" cstate="screen">
            <a:extLst>
              <a:ext uri="{28A0092B-C50C-407E-A947-70E740481C1C}">
                <a14:useLocalDpi xmlns:a14="http://schemas.microsoft.com/office/drawing/2010/main"/>
              </a:ext>
            </a:extLst>
          </a:blip>
          <a:srcRect/>
          <a:stretch/>
        </p:blipFill>
        <p:spPr>
          <a:xfrm>
            <a:off x="8008653" y="4933218"/>
            <a:ext cx="1529248" cy="860040"/>
          </a:xfrm>
          <a:prstGeom prst="roundRect">
            <a:avLst>
              <a:gd name="adj" fmla="val 4057"/>
            </a:avLst>
          </a:prstGeom>
          <a:solidFill>
            <a:schemeClr val="bg1"/>
          </a:solidFill>
          <a:ln w="6350">
            <a:solidFill>
              <a:schemeClr val="bg2">
                <a:lumMod val="95000"/>
                <a:alpha val="10000"/>
              </a:schemeClr>
            </a:solidFill>
          </a:ln>
          <a:effectLst/>
        </p:spPr>
      </p:pic>
      <p:pic>
        <p:nvPicPr>
          <p:cNvPr id="15" name="Picture 14">
            <a:extLst>
              <a:ext uri="{FF2B5EF4-FFF2-40B4-BE49-F238E27FC236}">
                <a16:creationId xmlns:a16="http://schemas.microsoft.com/office/drawing/2014/main" id="{17D2F2BF-2D35-DF1D-93D4-078E680CECB5}"/>
              </a:ext>
            </a:extLst>
          </p:cNvPr>
          <p:cNvPicPr>
            <a:picLocks noGrp="1" noRot="1" noMove="1" noResize="1" noEditPoints="1" noAdjustHandles="1" noChangeArrowheads="1" noChangeShapeType="1" noCrop="1"/>
          </p:cNvPicPr>
          <p:nvPr/>
        </p:nvPicPr>
        <p:blipFill>
          <a:blip r:embed="rId11" cstate="screen">
            <a:extLst>
              <a:ext uri="{28A0092B-C50C-407E-A947-70E740481C1C}">
                <a14:useLocalDpi xmlns:a14="http://schemas.microsoft.com/office/drawing/2010/main"/>
              </a:ext>
            </a:extLst>
          </a:blip>
          <a:srcRect/>
          <a:stretch/>
        </p:blipFill>
        <p:spPr>
          <a:xfrm>
            <a:off x="9678703" y="4933218"/>
            <a:ext cx="1529248" cy="860040"/>
          </a:xfrm>
          <a:prstGeom prst="roundRect">
            <a:avLst>
              <a:gd name="adj" fmla="val 4057"/>
            </a:avLst>
          </a:prstGeom>
          <a:solidFill>
            <a:schemeClr val="bg1"/>
          </a:solidFill>
          <a:ln w="6350">
            <a:solidFill>
              <a:schemeClr val="bg2">
                <a:lumMod val="95000"/>
                <a:alpha val="10000"/>
              </a:schemeClr>
            </a:solidFill>
          </a:ln>
          <a:effectLst/>
        </p:spPr>
      </p:pic>
      <p:pic>
        <p:nvPicPr>
          <p:cNvPr id="16" name="Picture 15">
            <a:extLst>
              <a:ext uri="{FF2B5EF4-FFF2-40B4-BE49-F238E27FC236}">
                <a16:creationId xmlns:a16="http://schemas.microsoft.com/office/drawing/2014/main" id="{19D7E8CC-BE48-B63D-D877-BDA1F1E75B54}"/>
              </a:ext>
            </a:extLst>
          </p:cNvPr>
          <p:cNvPicPr>
            <a:picLocks noGrp="1" noRot="1" noMove="1" noResize="1" noEditPoints="1" noAdjustHandles="1" noChangeArrowheads="1" noChangeShapeType="1" noCrop="1"/>
          </p:cNvPicPr>
          <p:nvPr/>
        </p:nvPicPr>
        <p:blipFill>
          <a:blip r:embed="rId12" cstate="screen">
            <a:extLst>
              <a:ext uri="{28A0092B-C50C-407E-A947-70E740481C1C}">
                <a14:useLocalDpi xmlns:a14="http://schemas.microsoft.com/office/drawing/2010/main"/>
              </a:ext>
            </a:extLst>
          </a:blip>
          <a:srcRect/>
          <a:stretch/>
        </p:blipFill>
        <p:spPr>
          <a:xfrm>
            <a:off x="6341779" y="3960615"/>
            <a:ext cx="1528384" cy="859716"/>
          </a:xfrm>
          <a:prstGeom prst="roundRect">
            <a:avLst>
              <a:gd name="adj" fmla="val 4057"/>
            </a:avLst>
          </a:prstGeom>
          <a:solidFill>
            <a:schemeClr val="bg1"/>
          </a:solidFill>
          <a:ln w="6350">
            <a:solidFill>
              <a:schemeClr val="bg2">
                <a:lumMod val="95000"/>
                <a:alpha val="10000"/>
              </a:schemeClr>
            </a:solidFill>
          </a:ln>
          <a:effectLst/>
        </p:spPr>
      </p:pic>
      <p:sp>
        <p:nvSpPr>
          <p:cNvPr id="22" name="Rounded Rectangle 20">
            <a:extLst>
              <a:ext uri="{FF2B5EF4-FFF2-40B4-BE49-F238E27FC236}">
                <a16:creationId xmlns:a16="http://schemas.microsoft.com/office/drawing/2014/main" id="{10EEC9AF-F679-F168-CAC7-D04245A5540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7866355" y="791560"/>
            <a:ext cx="1598732" cy="215445"/>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82296" rIns="0" bIns="82296" rtlCol="0" anchor="ctr"/>
          <a:lstStyle/>
          <a:p>
            <a:pPr algn="ctr"/>
            <a:r>
              <a:rPr lang="en-US" sz="900">
                <a:solidFill>
                  <a:schemeClr val="tx1"/>
                </a:solidFill>
                <a:latin typeface="ServiceNow Sans Medium" panose="020B0504040101010104" pitchFamily="34" charset="77"/>
              </a:rPr>
              <a:t>You are in the Template</a:t>
            </a:r>
          </a:p>
        </p:txBody>
      </p:sp>
      <p:sp>
        <p:nvSpPr>
          <p:cNvPr id="23" name="Rounded Rectangle 20">
            <a:hlinkClick r:id="rId3"/>
            <a:extLst>
              <a:ext uri="{FF2B5EF4-FFF2-40B4-BE49-F238E27FC236}">
                <a16:creationId xmlns:a16="http://schemas.microsoft.com/office/drawing/2014/main" id="{6B3C2707-609D-183C-B244-4D900E716CA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7866355" y="3121976"/>
            <a:ext cx="1598731" cy="215445"/>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64592" tIns="82296" rIns="164592" bIns="82296" rtlCol="0" anchor="ctr"/>
          <a:lstStyle/>
          <a:p>
            <a:pPr algn="ctr"/>
            <a:r>
              <a:rPr lang="en-US" sz="900" dirty="0">
                <a:solidFill>
                  <a:schemeClr val="tx1"/>
                </a:solidFill>
                <a:latin typeface="ServiceNow Sans Medium" panose="020B0504040101010104" pitchFamily="34" charset="77"/>
                <a:hlinkClick r:id="rId3">
                  <a:extLst>
                    <a:ext uri="{A12FA001-AC4F-418D-AE19-62706E023703}">
                      <ahyp:hlinkClr xmlns:ahyp="http://schemas.microsoft.com/office/drawing/2018/hyperlinkcolor" val="tx"/>
                    </a:ext>
                  </a:extLst>
                </a:hlinkClick>
              </a:rPr>
              <a:t>Link to the Toolkit</a:t>
            </a:r>
            <a:endParaRPr lang="en-US" sz="900" dirty="0">
              <a:solidFill>
                <a:schemeClr val="tx1"/>
              </a:solidFill>
              <a:latin typeface="ServiceNow Sans Medium" panose="020B0504040101010104" pitchFamily="34" charset="77"/>
            </a:endParaRPr>
          </a:p>
        </p:txBody>
      </p:sp>
      <p:grpSp>
        <p:nvGrpSpPr>
          <p:cNvPr id="4" name="Group 3">
            <a:extLst>
              <a:ext uri="{FF2B5EF4-FFF2-40B4-BE49-F238E27FC236}">
                <a16:creationId xmlns:a16="http://schemas.microsoft.com/office/drawing/2014/main" id="{EF215AC9-3D07-76EA-E76D-BE4ABFC1045B}"/>
              </a:ext>
            </a:extLst>
          </p:cNvPr>
          <p:cNvGrpSpPr>
            <a:grpSpLocks noGrp="1" noUngrp="1" noRot="1" noMove="1" noResize="1"/>
          </p:cNvGrpSpPr>
          <p:nvPr/>
        </p:nvGrpSpPr>
        <p:grpSpPr>
          <a:xfrm>
            <a:off x="9223216" y="3203034"/>
            <a:ext cx="314685" cy="314686"/>
            <a:chOff x="10243858" y="5682487"/>
            <a:chExt cx="314685" cy="314686"/>
          </a:xfrm>
        </p:grpSpPr>
        <p:sp>
          <p:nvSpPr>
            <p:cNvPr id="6" name="Extract 5">
              <a:extLst>
                <a:ext uri="{FF2B5EF4-FFF2-40B4-BE49-F238E27FC236}">
                  <a16:creationId xmlns:a16="http://schemas.microsoft.com/office/drawing/2014/main" id="{65979D50-B2D1-CE20-C68C-16836AD5D370}"/>
                </a:ext>
              </a:extLst>
            </p:cNvPr>
            <p:cNvSpPr>
              <a:spLocks noGrp="1" noRot="1" noMove="1" noResize="1" noEditPoints="1" noAdjustHandles="1" noChangeArrowheads="1" noChangeShapeType="1"/>
            </p:cNvSpPr>
            <p:nvPr/>
          </p:nvSpPr>
          <p:spPr>
            <a:xfrm rot="20295868" flipH="1">
              <a:off x="10313054" y="5743771"/>
              <a:ext cx="132034" cy="154411"/>
            </a:xfrm>
            <a:prstGeom prst="flowChartExtra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10" name="Extract 9">
              <a:extLst>
                <a:ext uri="{FF2B5EF4-FFF2-40B4-BE49-F238E27FC236}">
                  <a16:creationId xmlns:a16="http://schemas.microsoft.com/office/drawing/2014/main" id="{D0CB2FED-3BAD-BC20-B06A-EB8181F86E7D}"/>
                </a:ext>
              </a:extLst>
            </p:cNvPr>
            <p:cNvSpPr>
              <a:spLocks noGrp="1" noRot="1" noMove="1" noResize="1" noEditPoints="1" noAdjustHandles="1" noChangeArrowheads="1" noChangeShapeType="1"/>
            </p:cNvSpPr>
            <p:nvPr/>
          </p:nvSpPr>
          <p:spPr>
            <a:xfrm rot="19842445" flipH="1">
              <a:off x="10374032" y="5793311"/>
              <a:ext cx="45719" cy="154411"/>
            </a:xfrm>
            <a:prstGeom prst="flowChartExtra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pic>
          <p:nvPicPr>
            <p:cNvPr id="11" name="Picture 10">
              <a:extLst>
                <a:ext uri="{FF2B5EF4-FFF2-40B4-BE49-F238E27FC236}">
                  <a16:creationId xmlns:a16="http://schemas.microsoft.com/office/drawing/2014/main" id="{4254BBDF-6885-00EF-8A86-6625AA5FCFCB}"/>
                </a:ext>
              </a:extLst>
            </p:cNvPr>
            <p:cNvPicPr>
              <a:picLocks noGrp="1" noRot="1" noMove="1" noResize="1" noEditPoints="1" noAdjustHandles="1" noChangeArrowheads="1" noChangeShapeType="1" noCrop="1"/>
            </p:cNvPicPr>
            <p:nvPr/>
          </p:nvPicPr>
          <p:blipFill>
            <a:blip r:embed="rId13" cstate="screen">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a:ext>
              </a:extLst>
            </a:blip>
            <a:stretch>
              <a:fillRect/>
            </a:stretch>
          </p:blipFill>
          <p:spPr>
            <a:xfrm>
              <a:off x="10243858" y="5682487"/>
              <a:ext cx="314685" cy="314686"/>
            </a:xfrm>
            <a:prstGeom prst="rect">
              <a:avLst/>
            </a:prstGeom>
          </p:spPr>
        </p:pic>
      </p:grpSp>
    </p:spTree>
    <p:extLst>
      <p:ext uri="{BB962C8B-B14F-4D97-AF65-F5344CB8AC3E}">
        <p14:creationId xmlns:p14="http://schemas.microsoft.com/office/powerpoint/2010/main" val="21617529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9DC24EA-083B-2FE7-25D2-F474722B1B9E}"/>
              </a:ext>
            </a:extLst>
          </p:cNvPr>
          <p:cNvSpPr>
            <a:spLocks noGrp="1"/>
          </p:cNvSpPr>
          <p:nvPr>
            <p:ph type="title"/>
          </p:nvPr>
        </p:nvSpPr>
        <p:spPr/>
        <p:txBody>
          <a:bodyPr/>
          <a:lstStyle/>
          <a:p>
            <a:r>
              <a:rPr lang="en-US" dirty="0">
                <a:solidFill>
                  <a:schemeClr val="accent1"/>
                </a:solidFill>
              </a:rPr>
              <a:t>V2.0-V2.3 updates, </a:t>
            </a:r>
            <a:r>
              <a:rPr lang="en-US" dirty="0"/>
              <a:t>Q4 2025-Q3 2026</a:t>
            </a:r>
          </a:p>
        </p:txBody>
      </p:sp>
      <p:sp>
        <p:nvSpPr>
          <p:cNvPr id="9" name="Subtitle 8">
            <a:extLst>
              <a:ext uri="{FF2B5EF4-FFF2-40B4-BE49-F238E27FC236}">
                <a16:creationId xmlns:a16="http://schemas.microsoft.com/office/drawing/2014/main" id="{0E70A965-C23B-D0AD-7A3B-7E9994E583C2}"/>
              </a:ext>
            </a:extLst>
          </p:cNvPr>
          <p:cNvSpPr>
            <a:spLocks noGrp="1"/>
          </p:cNvSpPr>
          <p:nvPr>
            <p:ph type="subTitle" idx="13"/>
          </p:nvPr>
        </p:nvSpPr>
        <p:spPr/>
        <p:txBody>
          <a:bodyPr/>
          <a:lstStyle/>
          <a:p>
            <a:r>
              <a:rPr lang="en-US"/>
              <a:t>Corporate PowerPoint Template and Toolkit changes and additions</a:t>
            </a:r>
          </a:p>
        </p:txBody>
      </p:sp>
      <p:sp>
        <p:nvSpPr>
          <p:cNvPr id="10" name="Text Placeholder 9">
            <a:extLst>
              <a:ext uri="{FF2B5EF4-FFF2-40B4-BE49-F238E27FC236}">
                <a16:creationId xmlns:a16="http://schemas.microsoft.com/office/drawing/2014/main" id="{F2850105-FFF8-F912-3267-4D59CCB9BA11}"/>
              </a:ext>
            </a:extLst>
          </p:cNvPr>
          <p:cNvSpPr>
            <a:spLocks noGrp="1"/>
          </p:cNvSpPr>
          <p:nvPr>
            <p:ph type="body" sz="quarter" idx="16"/>
          </p:nvPr>
        </p:nvSpPr>
        <p:spPr/>
        <p:txBody>
          <a:bodyPr/>
          <a:lstStyle/>
          <a:p>
            <a:pPr lvl="1"/>
            <a:r>
              <a:rPr lang="en-US" dirty="0"/>
              <a:t>Optimized file size in both Corporate Template and Toolkit</a:t>
            </a:r>
          </a:p>
          <a:p>
            <a:pPr lvl="1"/>
            <a:r>
              <a:rPr lang="en-US" dirty="0"/>
              <a:t>Additional tools and slides now available in the Corporate Toolkit</a:t>
            </a:r>
          </a:p>
          <a:p>
            <a:pPr lvl="1"/>
            <a:r>
              <a:rPr lang="en-US" dirty="0"/>
              <a:t>Streamlined Master Slides</a:t>
            </a:r>
          </a:p>
          <a:p>
            <a:pPr lvl="1"/>
            <a:r>
              <a:rPr lang="en-US" dirty="0"/>
              <a:t>Included a closing slide in the Master Slides to clearly mark the end of the set</a:t>
            </a:r>
          </a:p>
          <a:p>
            <a:pPr lvl="1"/>
            <a:r>
              <a:rPr lang="en-US" dirty="0"/>
              <a:t>Brand photography updated</a:t>
            </a:r>
          </a:p>
          <a:p>
            <a:pPr lvl="1"/>
            <a:r>
              <a:rPr lang="en-US" dirty="0"/>
              <a:t>2026 copyright</a:t>
            </a:r>
          </a:p>
          <a:p>
            <a:pPr lvl="1"/>
            <a:r>
              <a:rPr lang="en-US" dirty="0"/>
              <a:t>Updated EMEA map in the Corporate Toolkit</a:t>
            </a:r>
          </a:p>
          <a:p>
            <a:pPr lvl="1"/>
            <a:r>
              <a:rPr lang="en-US" dirty="0"/>
              <a:t>Updated Marketecture slides to the latest version in the Corporate Toolkit</a:t>
            </a:r>
          </a:p>
          <a:p>
            <a:pPr lvl="1"/>
            <a:r>
              <a:rPr lang="en-US" dirty="0"/>
              <a:t>Clarified guidance on color usage for positive and negative callouts in the Corporate Template</a:t>
            </a:r>
          </a:p>
          <a:p>
            <a:pPr lvl="1"/>
            <a:r>
              <a:rPr lang="en-US" dirty="0"/>
              <a:t>Additional optimization, bug fixes, and layout adjustments</a:t>
            </a:r>
          </a:p>
          <a:p>
            <a:pPr lvl="1"/>
            <a:r>
              <a:rPr lang="en-US" dirty="0"/>
              <a:t>Adjusted kerning issue to resolve overlapping fonts in titles </a:t>
            </a:r>
            <a:r>
              <a:rPr lang="en-US"/>
              <a:t>and headers</a:t>
            </a: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84119915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36BFD-9B92-8B48-6781-21B939D74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CF564-F879-FDA7-9C93-F5F43326796C}"/>
              </a:ext>
            </a:extLst>
          </p:cNvPr>
          <p:cNvSpPr>
            <a:spLocks noGrp="1" noRot="1" noMove="1" noResize="1" noEditPoints="1" noAdjustHandles="1" noChangeArrowheads="1" noChangeShapeType="1"/>
          </p:cNvSpPr>
          <p:nvPr>
            <p:ph type="title"/>
          </p:nvPr>
        </p:nvSpPr>
        <p:spPr>
          <a:xfrm>
            <a:off x="548640" y="530352"/>
            <a:ext cx="11089323" cy="594360"/>
          </a:xfrm>
        </p:spPr>
        <p:txBody>
          <a:bodyPr/>
          <a:lstStyle/>
          <a:p>
            <a:r>
              <a:rPr lang="en-US"/>
              <a:t>Quick-start</a:t>
            </a:r>
          </a:p>
        </p:txBody>
      </p:sp>
      <p:sp>
        <p:nvSpPr>
          <p:cNvPr id="7" name="Text Placeholder 6">
            <a:extLst>
              <a:ext uri="{FF2B5EF4-FFF2-40B4-BE49-F238E27FC236}">
                <a16:creationId xmlns:a16="http://schemas.microsoft.com/office/drawing/2014/main" id="{E2F55D9C-2112-B8FC-C5CE-2DB6A9675DB6}"/>
              </a:ext>
            </a:extLst>
          </p:cNvPr>
          <p:cNvSpPr>
            <a:spLocks noGrp="1" noRot="1" noMove="1" noResize="1" noEditPoints="1" noAdjustHandles="1" noChangeArrowheads="1" noChangeShapeType="1"/>
          </p:cNvSpPr>
          <p:nvPr>
            <p:ph type="body" sz="quarter" idx="19"/>
          </p:nvPr>
        </p:nvSpPr>
        <p:spPr>
          <a:xfrm>
            <a:off x="6188075" y="2468664"/>
            <a:ext cx="5458968" cy="3520440"/>
          </a:xfrm>
        </p:spPr>
        <p:txBody>
          <a:bodyPr/>
          <a:lstStyle/>
          <a:p>
            <a:pPr marL="342900" marR="0" lvl="0" indent="-342900" algn="l" defTabSz="914400" rtl="0" eaLnBrk="1" fontAlgn="auto" latinLnBrk="0" hangingPunct="1">
              <a:lnSpc>
                <a:spcPct val="100000"/>
              </a:lnSpc>
              <a:spcBef>
                <a:spcPts val="0"/>
              </a:spcBef>
              <a:spcAft>
                <a:spcPts val="1000"/>
              </a:spcAft>
              <a:buClrTx/>
              <a:buSzTx/>
              <a:buFont typeface="+mj-lt"/>
              <a:buAutoNum type="arabicPeriod"/>
              <a:tabLst/>
              <a:defRPr/>
            </a:pPr>
            <a:r>
              <a:rPr kumimoji="0" lang="en-US" sz="1050" b="0" i="0" u="none" strike="noStrike" cap="none" spc="0" normalizeH="0" baseline="0" noProof="0">
                <a:ln>
                  <a:noFill/>
                </a:ln>
                <a:effectLst/>
                <a:uLnTx/>
                <a:uFillTx/>
                <a:latin typeface="ServiceNow Sans Medium" panose="020B0504040101010104" pitchFamily="34" charset="77"/>
                <a:ea typeface="+mn-ea"/>
                <a:cs typeface="ServiceNow Sans Medium" panose="020B0504040101010104" pitchFamily="34" charset="77"/>
              </a:rPr>
              <a:t>Save the template to your machine.</a:t>
            </a:r>
            <a:endParaRPr kumimoji="0" lang="en-US" sz="1000" b="0" i="0" u="none" strike="noStrike" cap="none" spc="0" normalizeH="0" baseline="0" noProof="0">
              <a:ln>
                <a:noFill/>
              </a:ln>
              <a:effectLst/>
              <a:uLnTx/>
              <a:uFillTx/>
              <a:latin typeface="ServiceNow Sans Light"/>
              <a:ea typeface="+mn-ea"/>
              <a:cs typeface="ServiceNow Sans Light" panose="020B0404040101010104" pitchFamily="34" charset="77"/>
            </a:endParaRPr>
          </a:p>
          <a:p>
            <a:pPr marL="525780" marR="0" lvl="1" indent="-342900" algn="l" defTabSz="914400" rtl="0" eaLnBrk="1" fontAlgn="auto" latinLnBrk="0" hangingPunct="1">
              <a:lnSpc>
                <a:spcPct val="100000"/>
              </a:lnSpc>
              <a:spcBef>
                <a:spcPts val="0"/>
              </a:spcBef>
              <a:spcAft>
                <a:spcPts val="1000"/>
              </a:spcAft>
              <a:buClrTx/>
              <a:buSzPct val="100000"/>
              <a:buFont typeface="+mj-lt"/>
              <a:buAutoNum type="alphaLcPeriod"/>
              <a:tabLst/>
              <a:defRPr/>
            </a:pPr>
            <a:r>
              <a:rPr kumimoji="0" lang="en-US" sz="1000" b="0" i="0" u="none" strike="noStrike" cap="none" spc="0" normalizeH="0" baseline="0" noProof="0">
                <a:ln>
                  <a:noFill/>
                </a:ln>
                <a:effectLst/>
                <a:uLnTx/>
                <a:uFillTx/>
                <a:latin typeface="ServiceNow Sans Light"/>
                <a:ea typeface="+mn-ea"/>
                <a:cs typeface="ServiceNow Sans Light" panose="020B0404040101010104" pitchFamily="34" charset="77"/>
              </a:rPr>
              <a:t>Click “File” then “Save As Template.” </a:t>
            </a:r>
          </a:p>
          <a:p>
            <a:pPr marL="525780" marR="0" lvl="1" indent="-342900" algn="l" defTabSz="914400" rtl="0" eaLnBrk="1" fontAlgn="auto" latinLnBrk="0" hangingPunct="1">
              <a:lnSpc>
                <a:spcPct val="100000"/>
              </a:lnSpc>
              <a:spcBef>
                <a:spcPts val="0"/>
              </a:spcBef>
              <a:spcAft>
                <a:spcPts val="1000"/>
              </a:spcAft>
              <a:buClrTx/>
              <a:buSzPct val="100000"/>
              <a:buFont typeface="+mj-lt"/>
              <a:buAutoNum type="alphaLcPeriod"/>
              <a:tabLst/>
              <a:defRPr/>
            </a:pPr>
            <a:r>
              <a:rPr kumimoji="0" lang="en-US" sz="1000" b="0" i="0" u="none" strike="noStrike" cap="none" spc="0" normalizeH="0" baseline="0" noProof="0">
                <a:ln>
                  <a:noFill/>
                </a:ln>
                <a:effectLst/>
                <a:uLnTx/>
                <a:uFillTx/>
                <a:latin typeface="ServiceNow Sans Light"/>
                <a:ea typeface="+mn-ea"/>
                <a:cs typeface="ServiceNow Sans Light" panose="020B0404040101010104" pitchFamily="34" charset="77"/>
              </a:rPr>
              <a:t>Make sure the file type is PowerPoint Template (.</a:t>
            </a:r>
            <a:r>
              <a:rPr kumimoji="0" lang="en-US" sz="1000" b="0" i="0" u="none" strike="noStrike" cap="none" spc="0" normalizeH="0" baseline="0" noProof="0" err="1">
                <a:ln>
                  <a:noFill/>
                </a:ln>
                <a:effectLst/>
                <a:uLnTx/>
                <a:uFillTx/>
                <a:latin typeface="ServiceNow Sans Light"/>
                <a:ea typeface="+mn-ea"/>
                <a:cs typeface="ServiceNow Sans Light" panose="020B0404040101010104" pitchFamily="34" charset="77"/>
              </a:rPr>
              <a:t>potx</a:t>
            </a:r>
            <a:r>
              <a:rPr kumimoji="0" lang="en-US" sz="1000" b="0" i="0" u="none" strike="noStrike" cap="none" spc="0" normalizeH="0" baseline="0" noProof="0">
                <a:ln>
                  <a:noFill/>
                </a:ln>
                <a:effectLst/>
                <a:uLnTx/>
                <a:uFillTx/>
                <a:latin typeface="ServiceNow Sans Light"/>
                <a:ea typeface="+mn-ea"/>
                <a:cs typeface="ServiceNow Sans Light" panose="020B0404040101010104" pitchFamily="34" charset="77"/>
              </a:rPr>
              <a:t>).</a:t>
            </a:r>
          </a:p>
          <a:p>
            <a:pPr marL="525780" marR="0" lvl="1" indent="-342900" algn="l" defTabSz="914400" rtl="0" eaLnBrk="1" fontAlgn="auto" latinLnBrk="0" hangingPunct="1">
              <a:lnSpc>
                <a:spcPct val="100000"/>
              </a:lnSpc>
              <a:spcBef>
                <a:spcPts val="0"/>
              </a:spcBef>
              <a:spcAft>
                <a:spcPts val="1000"/>
              </a:spcAft>
              <a:buClrTx/>
              <a:buSzPct val="100000"/>
              <a:buFont typeface="+mj-lt"/>
              <a:buAutoNum type="alphaLcPeriod"/>
              <a:tabLst/>
              <a:defRPr/>
            </a:pPr>
            <a:r>
              <a:rPr kumimoji="0" lang="en-US" sz="1000" b="0" i="0" u="none" strike="noStrike" cap="none" spc="0" normalizeH="0" baseline="0" noProof="0">
                <a:ln>
                  <a:noFill/>
                </a:ln>
                <a:effectLst/>
                <a:uLnTx/>
                <a:uFillTx/>
                <a:latin typeface="ServiceNow Sans Light"/>
                <a:ea typeface="+mn-ea"/>
                <a:cs typeface="ServiceNow Sans Light" panose="020B0404040101010104" pitchFamily="34" charset="77"/>
              </a:rPr>
              <a:t>By default, PowerPoint will save to the Templates folder; save the file there.</a:t>
            </a:r>
          </a:p>
          <a:p>
            <a:pPr marL="342900" marR="0" lvl="0" indent="-342900" algn="l" defTabSz="914400" rtl="0" eaLnBrk="1" fontAlgn="auto" latinLnBrk="0" hangingPunct="1">
              <a:lnSpc>
                <a:spcPct val="100000"/>
              </a:lnSpc>
              <a:spcBef>
                <a:spcPts val="0"/>
              </a:spcBef>
              <a:spcAft>
                <a:spcPts val="1000"/>
              </a:spcAft>
              <a:buClrTx/>
              <a:buSzTx/>
              <a:buFont typeface="+mj-lt"/>
              <a:buAutoNum type="arabicPeriod"/>
              <a:tabLst/>
              <a:defRPr/>
            </a:pPr>
            <a:r>
              <a:rPr kumimoji="0" lang="en-US" sz="1050" b="0" i="0" u="none" strike="noStrike" cap="none" spc="0" normalizeH="0" baseline="0" noProof="0">
                <a:ln>
                  <a:noFill/>
                </a:ln>
                <a:effectLst/>
                <a:uLnTx/>
                <a:uFillTx/>
                <a:latin typeface="ServiceNow Sans Medium" panose="020B0504040101010104" pitchFamily="34" charset="77"/>
                <a:ea typeface="+mn-ea"/>
                <a:cs typeface="ServiceNow Sans Medium" panose="020B0504040101010104" pitchFamily="34" charset="77"/>
              </a:rPr>
              <a:t>Delete old templates from your machine.</a:t>
            </a:r>
            <a:endParaRPr kumimoji="0" lang="en-US" sz="1000" b="0" i="0" u="none" strike="noStrike" cap="none" spc="0" normalizeH="0" baseline="0" noProof="0">
              <a:ln>
                <a:noFill/>
              </a:ln>
              <a:effectLst/>
              <a:uLnTx/>
              <a:uFillTx/>
              <a:latin typeface="ServiceNow Sans Light"/>
              <a:ea typeface="+mn-ea"/>
              <a:cs typeface="ServiceNow Sans Light" panose="020B0404040101010104" pitchFamily="34" charset="77"/>
            </a:endParaRPr>
          </a:p>
          <a:p>
            <a:pPr marL="525780" marR="0" lvl="1" indent="-342900" algn="l" defTabSz="914400" rtl="0" eaLnBrk="1" fontAlgn="auto" latinLnBrk="0" hangingPunct="1">
              <a:lnSpc>
                <a:spcPct val="100000"/>
              </a:lnSpc>
              <a:spcBef>
                <a:spcPts val="0"/>
              </a:spcBef>
              <a:spcAft>
                <a:spcPts val="1000"/>
              </a:spcAft>
              <a:buClrTx/>
              <a:buSzPct val="100000"/>
              <a:buFont typeface="+mj-lt"/>
              <a:buAutoNum type="alphaLcPeriod"/>
              <a:tabLst/>
              <a:defRPr/>
            </a:pPr>
            <a:r>
              <a:rPr kumimoji="0" lang="en-US" sz="1000" b="0" i="0" u="none" strike="noStrike" cap="none" spc="0" normalizeH="0" baseline="0" noProof="0">
                <a:ln>
                  <a:noFill/>
                </a:ln>
                <a:effectLst/>
                <a:uLnTx/>
                <a:uFillTx/>
                <a:latin typeface="ServiceNow Sans Light"/>
                <a:ea typeface="+mn-ea"/>
                <a:cs typeface="ServiceNow Sans Light" panose="020B0404040101010104" pitchFamily="34" charset="77"/>
              </a:rPr>
              <a:t>If you have any old templates saved to your machine, navigate there (Documents &gt; Custom Office Templates) and delete them.</a:t>
            </a:r>
          </a:p>
          <a:p>
            <a:pPr marL="342900" marR="0" lvl="0" indent="-342900" algn="l" defTabSz="914400" rtl="0" eaLnBrk="1" fontAlgn="auto" latinLnBrk="0" hangingPunct="1">
              <a:lnSpc>
                <a:spcPct val="100000"/>
              </a:lnSpc>
              <a:spcBef>
                <a:spcPts val="0"/>
              </a:spcBef>
              <a:spcAft>
                <a:spcPts val="1000"/>
              </a:spcAft>
              <a:buClrTx/>
              <a:buSzTx/>
              <a:buFont typeface="+mj-lt"/>
              <a:buAutoNum type="arabicPeriod"/>
              <a:tabLst/>
              <a:defRPr/>
            </a:pPr>
            <a:r>
              <a:rPr kumimoji="0" lang="en-US" sz="1050" b="0" i="0" u="none" strike="noStrike" cap="none" spc="0" normalizeH="0" baseline="0" noProof="0">
                <a:ln>
                  <a:noFill/>
                </a:ln>
                <a:effectLst/>
                <a:uLnTx/>
                <a:uFillTx/>
                <a:latin typeface="ServiceNow Sans Medium" panose="020B0504040101010104" pitchFamily="34" charset="77"/>
                <a:ea typeface="+mn-ea"/>
                <a:cs typeface="ServiceNow Sans Medium" panose="020B0504040101010104" pitchFamily="34" charset="77"/>
              </a:rPr>
              <a:t>Create a new file using the template.</a:t>
            </a:r>
          </a:p>
          <a:p>
            <a:pPr marL="525780" marR="0" lvl="1" indent="-342900" algn="l" defTabSz="914400" rtl="0" eaLnBrk="1" fontAlgn="auto" latinLnBrk="0" hangingPunct="1">
              <a:lnSpc>
                <a:spcPct val="100000"/>
              </a:lnSpc>
              <a:spcBef>
                <a:spcPts val="0"/>
              </a:spcBef>
              <a:spcAft>
                <a:spcPts val="1000"/>
              </a:spcAft>
              <a:buClrTx/>
              <a:buSzPct val="100000"/>
              <a:buFont typeface="+mj-lt"/>
              <a:buAutoNum type="alphaLcPeriod"/>
              <a:tabLst/>
              <a:defRPr/>
            </a:pPr>
            <a:r>
              <a:rPr kumimoji="0" lang="en-US" sz="1000" b="0" i="0" u="none" strike="noStrike" cap="none" spc="0" normalizeH="0" baseline="0" noProof="0">
                <a:ln>
                  <a:noFill/>
                </a:ln>
                <a:effectLst/>
                <a:uLnTx/>
                <a:uFillTx/>
                <a:latin typeface="ServiceNow Sans Light"/>
                <a:ea typeface="+mn-ea"/>
                <a:cs typeface="ServiceNow Sans Light" panose="020B0404040101010104" pitchFamily="34" charset="77"/>
              </a:rPr>
              <a:t>Click “File” then “New from Template.”</a:t>
            </a:r>
          </a:p>
          <a:p>
            <a:pPr marL="525780" marR="0" lvl="1" indent="-342900" algn="l" defTabSz="914400" rtl="0" eaLnBrk="1" fontAlgn="auto" latinLnBrk="0" hangingPunct="1">
              <a:lnSpc>
                <a:spcPct val="100000"/>
              </a:lnSpc>
              <a:spcBef>
                <a:spcPts val="0"/>
              </a:spcBef>
              <a:spcAft>
                <a:spcPts val="1000"/>
              </a:spcAft>
              <a:buClrTx/>
              <a:buSzPct val="100000"/>
              <a:buFont typeface="+mj-lt"/>
              <a:buAutoNum type="alphaLcPeriod"/>
              <a:tabLst/>
              <a:defRPr/>
            </a:pPr>
            <a:r>
              <a:rPr kumimoji="0" lang="en-US" sz="1000" b="0" i="0" u="none" strike="noStrike" cap="none" spc="0" normalizeH="0" baseline="0" noProof="0">
                <a:ln>
                  <a:noFill/>
                </a:ln>
                <a:effectLst/>
                <a:uLnTx/>
                <a:uFillTx/>
                <a:latin typeface="ServiceNow Sans Light"/>
                <a:ea typeface="+mn-ea"/>
                <a:cs typeface="ServiceNow Sans Light" panose="020B0404040101010104" pitchFamily="34" charset="77"/>
              </a:rPr>
              <a:t>Select the template from the thumbnails and click “Create.”</a:t>
            </a:r>
          </a:p>
        </p:txBody>
      </p:sp>
      <p:sp>
        <p:nvSpPr>
          <p:cNvPr id="6" name="Text Placeholder 5">
            <a:extLst>
              <a:ext uri="{FF2B5EF4-FFF2-40B4-BE49-F238E27FC236}">
                <a16:creationId xmlns:a16="http://schemas.microsoft.com/office/drawing/2014/main" id="{8EA8DA90-B886-2D4F-49D2-4DD0A80223F0}"/>
              </a:ext>
            </a:extLst>
          </p:cNvPr>
          <p:cNvSpPr>
            <a:spLocks noGrp="1" noRot="1" noMove="1" noResize="1" noEditPoints="1" noAdjustHandles="1" noChangeArrowheads="1" noChangeShapeType="1"/>
          </p:cNvSpPr>
          <p:nvPr>
            <p:ph type="body" sz="quarter" idx="18"/>
          </p:nvPr>
        </p:nvSpPr>
        <p:spPr>
          <a:xfrm>
            <a:off x="549275" y="2468664"/>
            <a:ext cx="5456239" cy="3520440"/>
          </a:xfrm>
        </p:spPr>
        <p:txBody>
          <a:bodyPr/>
          <a:lstStyle/>
          <a:p>
            <a:pPr marL="342900" indent="-342900">
              <a:buFont typeface="+mj-lt"/>
              <a:buAutoNum type="arabicPeriod"/>
            </a:pPr>
            <a:r>
              <a:rPr lang="en-US" sz="1050">
                <a:latin typeface="ServiceNow Sans Medium" panose="020B0504040101010104" pitchFamily="34" charset="77"/>
                <a:cs typeface="ServiceNow Sans Medium" panose="020B0504040101010104" pitchFamily="34" charset="77"/>
              </a:rPr>
              <a:t>Save the template to your machine.</a:t>
            </a:r>
          </a:p>
          <a:p>
            <a:pPr marL="525780" lvl="1" indent="-342900">
              <a:buSzPct val="100000"/>
              <a:buFont typeface="+mj-lt"/>
              <a:buAutoNum type="alphaLcPeriod"/>
            </a:pPr>
            <a:r>
              <a:rPr lang="en-US" sz="1000"/>
              <a:t>Click “File” then “Save As.” </a:t>
            </a:r>
          </a:p>
          <a:p>
            <a:pPr marL="525780" lvl="1" indent="-342900">
              <a:buSzPct val="100000"/>
              <a:buFont typeface="+mj-lt"/>
              <a:buAutoNum type="alphaLcPeriod"/>
            </a:pPr>
            <a:r>
              <a:rPr lang="en-US" sz="1000"/>
              <a:t>Make sure the file type is PowerPoint Template (.</a:t>
            </a:r>
            <a:r>
              <a:rPr lang="en-US" sz="1000" err="1"/>
              <a:t>potx</a:t>
            </a:r>
            <a:r>
              <a:rPr lang="en-US" sz="1000"/>
              <a:t>).</a:t>
            </a:r>
          </a:p>
          <a:p>
            <a:pPr marL="525780" lvl="1" indent="-342900">
              <a:buSzPct val="100000"/>
              <a:buFont typeface="+mj-lt"/>
              <a:buAutoNum type="alphaLcPeriod"/>
            </a:pPr>
            <a:r>
              <a:rPr lang="en-US" sz="1000"/>
              <a:t>By default, PowerPoint will save to the Custom Office Templates folder; save the file there.</a:t>
            </a:r>
          </a:p>
          <a:p>
            <a:pPr marL="342900" indent="-342900">
              <a:buFont typeface="+mj-lt"/>
              <a:buAutoNum type="arabicPeriod"/>
            </a:pPr>
            <a:r>
              <a:rPr lang="en-US" sz="1050">
                <a:latin typeface="ServiceNow Sans Medium" panose="020B0504040101010104" pitchFamily="34" charset="77"/>
                <a:cs typeface="ServiceNow Sans Medium" panose="020B0504040101010104" pitchFamily="34" charset="77"/>
              </a:rPr>
              <a:t>Delete old templates from your machine.</a:t>
            </a:r>
          </a:p>
          <a:p>
            <a:pPr marL="525780" lvl="1" indent="-342900">
              <a:buSzPct val="100000"/>
              <a:buFont typeface="+mj-lt"/>
              <a:buAutoNum type="alphaLcPeriod"/>
            </a:pPr>
            <a:r>
              <a:rPr lang="en-US" sz="1000"/>
              <a:t>If you have any old templates saved to your machine, delete them in the “File” &gt; “New from Template” dialog.</a:t>
            </a:r>
          </a:p>
          <a:p>
            <a:pPr marL="525780" lvl="1" indent="-342900">
              <a:buSzPct val="100000"/>
              <a:buFont typeface="+mj-lt"/>
              <a:buAutoNum type="alphaLcPeriod"/>
            </a:pPr>
            <a:r>
              <a:rPr lang="en-US" sz="1000"/>
              <a:t>Right-click the old template thumbnail and select “Delete.” </a:t>
            </a:r>
          </a:p>
          <a:p>
            <a:pPr marL="525780" lvl="1" indent="-342900">
              <a:buSzPct val="100000"/>
              <a:buFont typeface="+mj-lt"/>
              <a:buAutoNum type="alphaLcPeriod"/>
            </a:pPr>
            <a:r>
              <a:rPr lang="en-US" sz="1000"/>
              <a:t>Note: templates you want to delete must not be in use / open.</a:t>
            </a:r>
          </a:p>
          <a:p>
            <a:pPr marL="342900" indent="-342900">
              <a:buFont typeface="+mj-lt"/>
              <a:buAutoNum type="arabicPeriod"/>
            </a:pPr>
            <a:r>
              <a:rPr lang="en-US" sz="1050">
                <a:latin typeface="ServiceNow Sans Medium" panose="020B0504040101010104" pitchFamily="34" charset="77"/>
                <a:cs typeface="ServiceNow Sans Medium" panose="020B0504040101010104" pitchFamily="34" charset="77"/>
              </a:rPr>
              <a:t>Create a new file using the template.</a:t>
            </a:r>
          </a:p>
          <a:p>
            <a:pPr marL="525780" lvl="1" indent="-342900">
              <a:buSzPct val="100000"/>
              <a:buFont typeface="+mj-lt"/>
              <a:buAutoNum type="alphaLcPeriod"/>
            </a:pPr>
            <a:r>
              <a:rPr lang="en-US" sz="1000"/>
              <a:t>Click “File” then “New” then select “Custom / Personal.” </a:t>
            </a:r>
          </a:p>
          <a:p>
            <a:pPr marL="525780" lvl="1" indent="-342900">
              <a:buSzPct val="100000"/>
              <a:buFont typeface="+mj-lt"/>
              <a:buAutoNum type="alphaLcPeriod"/>
            </a:pPr>
            <a:r>
              <a:rPr lang="en-US" sz="1000"/>
              <a:t>Under “Custom / Personal” select the “ServiceNow Corporate Template” option.</a:t>
            </a:r>
          </a:p>
        </p:txBody>
      </p:sp>
      <p:sp>
        <p:nvSpPr>
          <p:cNvPr id="3" name="Subtitle 2">
            <a:extLst>
              <a:ext uri="{FF2B5EF4-FFF2-40B4-BE49-F238E27FC236}">
                <a16:creationId xmlns:a16="http://schemas.microsoft.com/office/drawing/2014/main" id="{D84346F9-B98E-270B-B12D-52042991C018}"/>
              </a:ext>
            </a:extLst>
          </p:cNvPr>
          <p:cNvSpPr>
            <a:spLocks noGrp="1" noRot="1" noMove="1" noResize="1" noEditPoints="1" noAdjustHandles="1" noChangeArrowheads="1" noChangeShapeType="1"/>
          </p:cNvSpPr>
          <p:nvPr>
            <p:ph type="subTitle" idx="1"/>
          </p:nvPr>
        </p:nvSpPr>
        <p:spPr>
          <a:xfrm>
            <a:off x="548640" y="1097279"/>
            <a:ext cx="11091545" cy="697459"/>
          </a:xfrm>
        </p:spPr>
        <p:txBody>
          <a:bodyPr/>
          <a:lstStyle/>
          <a:p>
            <a:r>
              <a:rPr lang="en-US"/>
              <a:t>Using this template</a:t>
            </a:r>
          </a:p>
        </p:txBody>
      </p:sp>
      <p:sp>
        <p:nvSpPr>
          <p:cNvPr id="4" name="Text Placeholder 3">
            <a:extLst>
              <a:ext uri="{FF2B5EF4-FFF2-40B4-BE49-F238E27FC236}">
                <a16:creationId xmlns:a16="http://schemas.microsoft.com/office/drawing/2014/main" id="{1BEBD3E1-72B6-217D-9FA4-A82DFF7B32BB}"/>
              </a:ext>
            </a:extLst>
          </p:cNvPr>
          <p:cNvSpPr>
            <a:spLocks noGrp="1" noRot="1" noMove="1" noResize="1" noEditPoints="1" noAdjustHandles="1" noChangeArrowheads="1" noChangeShapeType="1"/>
          </p:cNvSpPr>
          <p:nvPr>
            <p:ph type="body" sz="quarter" idx="16"/>
          </p:nvPr>
        </p:nvSpPr>
        <p:spPr>
          <a:xfrm>
            <a:off x="549275" y="1798638"/>
            <a:ext cx="5461000" cy="594360"/>
          </a:xfrm>
        </p:spPr>
        <p:txBody>
          <a:bodyPr/>
          <a:lstStyle/>
          <a:p>
            <a:r>
              <a:rPr lang="en-US"/>
              <a:t>Windows</a:t>
            </a:r>
          </a:p>
        </p:txBody>
      </p:sp>
      <p:sp>
        <p:nvSpPr>
          <p:cNvPr id="5" name="Text Placeholder 4">
            <a:extLst>
              <a:ext uri="{FF2B5EF4-FFF2-40B4-BE49-F238E27FC236}">
                <a16:creationId xmlns:a16="http://schemas.microsoft.com/office/drawing/2014/main" id="{AD03F34E-4656-7534-3D37-C39BAE7BA1F0}"/>
              </a:ext>
            </a:extLst>
          </p:cNvPr>
          <p:cNvSpPr>
            <a:spLocks noGrp="1" noRot="1" noMove="1" noResize="1" noEditPoints="1" noAdjustHandles="1" noChangeArrowheads="1" noChangeShapeType="1"/>
          </p:cNvSpPr>
          <p:nvPr>
            <p:ph type="body" sz="quarter" idx="17"/>
          </p:nvPr>
        </p:nvSpPr>
        <p:spPr>
          <a:xfrm>
            <a:off x="6188075" y="1798638"/>
            <a:ext cx="5461000" cy="594360"/>
          </a:xfrm>
        </p:spPr>
        <p:txBody>
          <a:bodyPr/>
          <a:lstStyle/>
          <a:p>
            <a:r>
              <a:rPr lang="en-US"/>
              <a:t>macOS</a:t>
            </a:r>
          </a:p>
        </p:txBody>
      </p:sp>
    </p:spTree>
    <p:extLst>
      <p:ext uri="{BB962C8B-B14F-4D97-AF65-F5344CB8AC3E}">
        <p14:creationId xmlns:p14="http://schemas.microsoft.com/office/powerpoint/2010/main" val="243736483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F988D-3928-1720-1313-E5C8C82CE6C1}"/>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CE0019AF-094C-1275-A278-AE6B40FEEF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cstate="screen">
            <a:alphaModFix amt="50000"/>
            <a:extLst>
              <a:ext uri="{28A0092B-C50C-407E-A947-70E740481C1C}">
                <a14:useLocalDpi xmlns:a14="http://schemas.microsoft.com/office/drawing/2010/main"/>
              </a:ext>
            </a:extLst>
          </a:blip>
          <a:srcRect/>
          <a:stretch/>
        </p:blipFill>
        <p:spPr>
          <a:xfrm>
            <a:off x="6188707" y="4467455"/>
            <a:ext cx="1693231" cy="860195"/>
          </a:xfrm>
          <a:prstGeom prst="rect">
            <a:avLst/>
          </a:prstGeom>
        </p:spPr>
      </p:pic>
      <p:pic>
        <p:nvPicPr>
          <p:cNvPr id="27" name="Picture 26">
            <a:extLst>
              <a:ext uri="{FF2B5EF4-FFF2-40B4-BE49-F238E27FC236}">
                <a16:creationId xmlns:a16="http://schemas.microsoft.com/office/drawing/2014/main" id="{14C2E268-1A39-EB5F-7C61-FE49F3C602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6188707" y="4153557"/>
            <a:ext cx="610531" cy="369387"/>
          </a:xfrm>
          <a:prstGeom prst="rect">
            <a:avLst/>
          </a:prstGeom>
        </p:spPr>
      </p:pic>
      <p:pic>
        <p:nvPicPr>
          <p:cNvPr id="28" name="Picture 27">
            <a:extLst>
              <a:ext uri="{FF2B5EF4-FFF2-40B4-BE49-F238E27FC236}">
                <a16:creationId xmlns:a16="http://schemas.microsoft.com/office/drawing/2014/main" id="{E26BE960-4BA7-621C-B873-3A05A147B6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4" cstate="screen">
            <a:extLst>
              <a:ext uri="{28A0092B-C50C-407E-A947-70E740481C1C}">
                <a14:useLocalDpi xmlns:a14="http://schemas.microsoft.com/office/drawing/2010/main"/>
              </a:ext>
            </a:extLst>
          </a:blip>
          <a:srcRect/>
          <a:stretch/>
        </p:blipFill>
        <p:spPr>
          <a:xfrm>
            <a:off x="6872593" y="4775920"/>
            <a:ext cx="708061" cy="265867"/>
          </a:xfrm>
          <a:prstGeom prst="rect">
            <a:avLst/>
          </a:prstGeom>
        </p:spPr>
      </p:pic>
      <p:pic>
        <p:nvPicPr>
          <p:cNvPr id="29" name="Picture 28">
            <a:extLst>
              <a:ext uri="{FF2B5EF4-FFF2-40B4-BE49-F238E27FC236}">
                <a16:creationId xmlns:a16="http://schemas.microsoft.com/office/drawing/2014/main" id="{34FB0F8A-658F-EC11-F697-39802129D6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5" cstate="screen">
            <a:extLst>
              <a:ext uri="{28A0092B-C50C-407E-A947-70E740481C1C}">
                <a14:useLocalDpi xmlns:a14="http://schemas.microsoft.com/office/drawing/2010/main"/>
              </a:ext>
            </a:extLst>
          </a:blip>
          <a:srcRect l="-807"/>
          <a:stretch>
            <a:fillRect/>
          </a:stretch>
        </p:blipFill>
        <p:spPr>
          <a:xfrm>
            <a:off x="576999" y="4153557"/>
            <a:ext cx="813142" cy="263294"/>
          </a:xfrm>
          <a:prstGeom prst="rect">
            <a:avLst/>
          </a:prstGeom>
        </p:spPr>
      </p:pic>
      <p:pic>
        <p:nvPicPr>
          <p:cNvPr id="30" name="Picture 29">
            <a:extLst>
              <a:ext uri="{FF2B5EF4-FFF2-40B4-BE49-F238E27FC236}">
                <a16:creationId xmlns:a16="http://schemas.microsoft.com/office/drawing/2014/main" id="{C7E4AA48-7392-6923-4897-E4CB80DD509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6">
            <a:alphaModFix amt="50000"/>
          </a:blip>
          <a:stretch>
            <a:fillRect/>
          </a:stretch>
        </p:blipFill>
        <p:spPr>
          <a:xfrm>
            <a:off x="564773" y="4424437"/>
            <a:ext cx="3317330" cy="1554230"/>
          </a:xfrm>
          <a:prstGeom prst="rect">
            <a:avLst/>
          </a:prstGeom>
        </p:spPr>
      </p:pic>
      <p:pic>
        <p:nvPicPr>
          <p:cNvPr id="31" name="Picture 30">
            <a:extLst>
              <a:ext uri="{FF2B5EF4-FFF2-40B4-BE49-F238E27FC236}">
                <a16:creationId xmlns:a16="http://schemas.microsoft.com/office/drawing/2014/main" id="{AA5D11D7-5519-BD96-0C5A-FAE39CDF7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7" cstate="screen">
            <a:alphaModFix/>
            <a:extLst>
              <a:ext uri="{28A0092B-C50C-407E-A947-70E740481C1C}">
                <a14:useLocalDpi xmlns:a14="http://schemas.microsoft.com/office/drawing/2010/main"/>
              </a:ext>
            </a:extLst>
          </a:blip>
          <a:srcRect/>
          <a:stretch/>
        </p:blipFill>
        <p:spPr>
          <a:xfrm>
            <a:off x="1377915" y="5146765"/>
            <a:ext cx="868905" cy="831902"/>
          </a:xfrm>
          <a:prstGeom prst="rect">
            <a:avLst/>
          </a:prstGeom>
        </p:spPr>
      </p:pic>
      <p:sp>
        <p:nvSpPr>
          <p:cNvPr id="32" name="Rectangle 31">
            <a:extLst>
              <a:ext uri="{FF2B5EF4-FFF2-40B4-BE49-F238E27FC236}">
                <a16:creationId xmlns:a16="http://schemas.microsoft.com/office/drawing/2014/main" id="{155C2325-83CA-3694-F7CB-E4B0608DAC7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576999" y="4144594"/>
            <a:ext cx="806631" cy="272257"/>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bg2"/>
              </a:solidFill>
            </a:endParaRPr>
          </a:p>
        </p:txBody>
      </p:sp>
      <p:sp>
        <p:nvSpPr>
          <p:cNvPr id="33" name="Rectangle 32">
            <a:extLst>
              <a:ext uri="{FF2B5EF4-FFF2-40B4-BE49-F238E27FC236}">
                <a16:creationId xmlns:a16="http://schemas.microsoft.com/office/drawing/2014/main" id="{068B94C5-A3CE-1F4C-E55B-CEE0B24748C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380177" y="5150434"/>
            <a:ext cx="866643" cy="828233"/>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bg2"/>
              </a:solidFill>
            </a:endParaRPr>
          </a:p>
        </p:txBody>
      </p:sp>
      <p:sp>
        <p:nvSpPr>
          <p:cNvPr id="34" name="Rectangle 33">
            <a:extLst>
              <a:ext uri="{FF2B5EF4-FFF2-40B4-BE49-F238E27FC236}">
                <a16:creationId xmlns:a16="http://schemas.microsoft.com/office/drawing/2014/main" id="{7EF240CC-E2A1-71F9-2CCC-35AF8CE949B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6188708" y="4144595"/>
            <a:ext cx="620779" cy="385326"/>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bg2"/>
              </a:solidFill>
            </a:endParaRPr>
          </a:p>
        </p:txBody>
      </p:sp>
      <p:sp>
        <p:nvSpPr>
          <p:cNvPr id="36" name="Rectangle 35">
            <a:extLst>
              <a:ext uri="{FF2B5EF4-FFF2-40B4-BE49-F238E27FC236}">
                <a16:creationId xmlns:a16="http://schemas.microsoft.com/office/drawing/2014/main" id="{40D2DF7D-1745-1CB9-1C3F-E3FD8A79981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6878024" y="4778375"/>
            <a:ext cx="703131" cy="262207"/>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bg2"/>
              </a:solidFill>
            </a:endParaRPr>
          </a:p>
        </p:txBody>
      </p:sp>
      <p:sp>
        <p:nvSpPr>
          <p:cNvPr id="2" name="Title 1">
            <a:extLst>
              <a:ext uri="{FF2B5EF4-FFF2-40B4-BE49-F238E27FC236}">
                <a16:creationId xmlns:a16="http://schemas.microsoft.com/office/drawing/2014/main" id="{E308C490-3184-9FF4-B6CF-EDF7CD1F839C}"/>
              </a:ext>
            </a:extLst>
          </p:cNvPr>
          <p:cNvSpPr>
            <a:spLocks noGrp="1" noRot="1" noMove="1" noResize="1" noEditPoints="1" noAdjustHandles="1" noChangeArrowheads="1" noChangeShapeType="1"/>
          </p:cNvSpPr>
          <p:nvPr>
            <p:ph type="title"/>
          </p:nvPr>
        </p:nvSpPr>
        <p:spPr>
          <a:xfrm>
            <a:off x="548640" y="530352"/>
            <a:ext cx="11082973" cy="1304863"/>
          </a:xfrm>
        </p:spPr>
        <p:txBody>
          <a:bodyPr/>
          <a:lstStyle/>
          <a:p>
            <a:r>
              <a:rPr lang="en-US"/>
              <a:t>Use layouts within this template</a:t>
            </a:r>
          </a:p>
        </p:txBody>
      </p:sp>
      <p:sp>
        <p:nvSpPr>
          <p:cNvPr id="3" name="TextBox 2">
            <a:extLst>
              <a:ext uri="{FF2B5EF4-FFF2-40B4-BE49-F238E27FC236}">
                <a16:creationId xmlns:a16="http://schemas.microsoft.com/office/drawing/2014/main" id="{EAA56060-B6DC-8F5B-4E37-D1C69B9C452F}"/>
              </a:ext>
            </a:extLst>
          </p:cNvPr>
          <p:cNvSpPr txBox="1">
            <a:spLocks noGrp="1" noRot="1" noMove="1" noResize="1" noEditPoints="1" noAdjustHandles="1" noChangeArrowheads="1" noChangeShapeType="1"/>
          </p:cNvSpPr>
          <p:nvPr/>
        </p:nvSpPr>
        <p:spPr>
          <a:xfrm>
            <a:off x="557211" y="1582411"/>
            <a:ext cx="5451477" cy="1815882"/>
          </a:xfrm>
          <a:prstGeom prst="rect">
            <a:avLst/>
          </a:prstGeom>
          <a:noFill/>
        </p:spPr>
        <p:txBody>
          <a:bodyPr wrap="square" lIns="0" tIns="0" rIns="0" rtlCol="0">
            <a:spAutoFit/>
          </a:bodyPr>
          <a:lstStyle/>
          <a:p>
            <a:pPr algn="l">
              <a:spcAft>
                <a:spcPts val="900"/>
              </a:spcAft>
            </a:pPr>
            <a:r>
              <a:rPr lang="en-US" sz="1800">
                <a:solidFill>
                  <a:schemeClr val="accent1"/>
                </a:solidFill>
                <a:latin typeface="ServiceNow Sans Medium" panose="020B0704040101010104" pitchFamily="34" charset="0"/>
              </a:rPr>
              <a:t>Applying a slide layout</a:t>
            </a:r>
            <a:endParaRPr lang="en-US" sz="1800" i="0">
              <a:solidFill>
                <a:schemeClr val="tx1"/>
              </a:solidFill>
              <a:latin typeface="ServiceNow Sans Medium" panose="020B0704040101010104" pitchFamily="34" charset="0"/>
              <a:cs typeface="ServiceNow Sans Light" panose="020B0404040101010104" pitchFamily="34" charset="77"/>
            </a:endParaRPr>
          </a:p>
          <a:p>
            <a:pPr algn="l">
              <a:spcAft>
                <a:spcPts val="1000"/>
              </a:spcAft>
            </a:pPr>
            <a:r>
              <a:rPr lang="en-US" sz="1800" b="0" i="0">
                <a:solidFill>
                  <a:schemeClr val="bg1"/>
                </a:solidFill>
                <a:cs typeface="ServiceNow Sans Light" panose="020B0404040101010104" pitchFamily="34" charset="77"/>
              </a:rPr>
              <a:t>With a slide selected, click on the </a:t>
            </a:r>
            <a:r>
              <a:rPr lang="en-US" sz="1800">
                <a:solidFill>
                  <a:schemeClr val="bg1"/>
                </a:solidFill>
                <a:latin typeface="ServiceNow Sans Medium" panose="020B0704040101010104" pitchFamily="34" charset="0"/>
                <a:cs typeface="ServiceNow Sans Medium" panose="020B0704040101010104" pitchFamily="34" charset="0"/>
              </a:rPr>
              <a:t>“Home” </a:t>
            </a:r>
            <a:r>
              <a:rPr lang="en-US" sz="1800" b="0" i="0">
                <a:solidFill>
                  <a:schemeClr val="bg1"/>
                </a:solidFill>
                <a:cs typeface="ServiceNow Sans Light" panose="020B0404040101010104" pitchFamily="34" charset="77"/>
              </a:rPr>
              <a:t>tab.</a:t>
            </a:r>
          </a:p>
          <a:p>
            <a:pPr algn="l">
              <a:spcAft>
                <a:spcPts val="1000"/>
              </a:spcAft>
            </a:pPr>
            <a:r>
              <a:rPr lang="en-US" sz="1800" b="0" i="0">
                <a:solidFill>
                  <a:schemeClr val="bg1"/>
                </a:solidFill>
                <a:cs typeface="ServiceNow Sans Light" panose="020B0404040101010104" pitchFamily="34" charset="77"/>
              </a:rPr>
              <a:t>Select the </a:t>
            </a:r>
            <a:r>
              <a:rPr lang="en-US" sz="1800">
                <a:solidFill>
                  <a:schemeClr val="bg1"/>
                </a:solidFill>
                <a:latin typeface="ServiceNow Sans Medium" panose="020B0504040101010104" pitchFamily="34" charset="77"/>
              </a:rPr>
              <a:t>“Layout” </a:t>
            </a:r>
            <a:r>
              <a:rPr lang="en-US" sz="1800" b="0" i="0">
                <a:solidFill>
                  <a:schemeClr val="bg1"/>
                </a:solidFill>
                <a:cs typeface="ServiceNow Sans Light" panose="020B0404040101010104" pitchFamily="34" charset="77"/>
              </a:rPr>
              <a:t>flyout menu.</a:t>
            </a:r>
          </a:p>
          <a:p>
            <a:pPr algn="l">
              <a:spcAft>
                <a:spcPts val="1000"/>
              </a:spcAft>
            </a:pPr>
            <a:r>
              <a:rPr lang="en-US" sz="1800" b="0" i="0">
                <a:solidFill>
                  <a:schemeClr val="bg1"/>
                </a:solidFill>
                <a:cs typeface="ServiceNow Sans Light" panose="020B0404040101010104" pitchFamily="34" charset="77"/>
              </a:rPr>
              <a:t>Choose the Layout that is most appropriate</a:t>
            </a:r>
            <a:br>
              <a:rPr lang="en-US" sz="1800" b="0" i="0">
                <a:solidFill>
                  <a:schemeClr val="bg1"/>
                </a:solidFill>
                <a:cs typeface="ServiceNow Sans Light" panose="020B0404040101010104" pitchFamily="34" charset="77"/>
              </a:rPr>
            </a:br>
            <a:r>
              <a:rPr lang="en-US" sz="1800" b="0" i="0">
                <a:solidFill>
                  <a:schemeClr val="bg1"/>
                </a:solidFill>
                <a:cs typeface="ServiceNow Sans Light" panose="020B0404040101010104" pitchFamily="34" charset="77"/>
              </a:rPr>
              <a:t>for your content.</a:t>
            </a:r>
          </a:p>
        </p:txBody>
      </p:sp>
      <p:sp>
        <p:nvSpPr>
          <p:cNvPr id="4" name="TextBox 3">
            <a:extLst>
              <a:ext uri="{FF2B5EF4-FFF2-40B4-BE49-F238E27FC236}">
                <a16:creationId xmlns:a16="http://schemas.microsoft.com/office/drawing/2014/main" id="{44804F04-4975-BBB9-8950-1D536E03B341}"/>
              </a:ext>
            </a:extLst>
          </p:cNvPr>
          <p:cNvSpPr txBox="1">
            <a:spLocks noGrp="1" noRot="1" noMove="1" noResize="1" noEditPoints="1" noAdjustHandles="1" noChangeArrowheads="1" noChangeShapeType="1"/>
          </p:cNvSpPr>
          <p:nvPr/>
        </p:nvSpPr>
        <p:spPr>
          <a:xfrm>
            <a:off x="6188707" y="1582411"/>
            <a:ext cx="5451477" cy="1951816"/>
          </a:xfrm>
          <a:prstGeom prst="rect">
            <a:avLst/>
          </a:prstGeom>
          <a:noFill/>
        </p:spPr>
        <p:txBody>
          <a:bodyPr wrap="square" lIns="0" tIns="0" rIns="0" rtlCol="0">
            <a:spAutoFit/>
          </a:bodyPr>
          <a:lstStyle/>
          <a:p>
            <a:pPr algn="l">
              <a:spcAft>
                <a:spcPts val="900"/>
              </a:spcAft>
            </a:pPr>
            <a:r>
              <a:rPr lang="en-US" sz="1800">
                <a:solidFill>
                  <a:schemeClr val="accent1"/>
                </a:solidFill>
                <a:latin typeface="ServiceNow Sans Medium" panose="020B0704040101010104" pitchFamily="34" charset="0"/>
                <a:cs typeface="ServiceNow Sans Light" panose="020B0404040101010104" pitchFamily="34" charset="77"/>
              </a:rPr>
              <a:t>Resetting a slide layout</a:t>
            </a:r>
          </a:p>
          <a:p>
            <a:pPr>
              <a:spcAft>
                <a:spcPts val="1000"/>
              </a:spcAft>
            </a:pPr>
            <a:r>
              <a:rPr lang="en-US" sz="1800">
                <a:solidFill>
                  <a:schemeClr val="bg1"/>
                </a:solidFill>
              </a:rPr>
              <a:t>With a slide selected, click on the “Home" tab.</a:t>
            </a:r>
          </a:p>
          <a:p>
            <a:pPr>
              <a:spcAft>
                <a:spcPts val="1000"/>
              </a:spcAft>
            </a:pPr>
            <a:r>
              <a:rPr lang="en-US" sz="1800">
                <a:solidFill>
                  <a:schemeClr val="bg1"/>
                </a:solidFill>
              </a:rPr>
              <a:t>Select the </a:t>
            </a:r>
            <a:r>
              <a:rPr lang="en-US" sz="1800">
                <a:solidFill>
                  <a:schemeClr val="bg1"/>
                </a:solidFill>
                <a:latin typeface="ServiceNow Sans Medium" panose="020B0704040101010104" pitchFamily="34" charset="0"/>
                <a:cs typeface="ServiceNow Sans Medium" panose="020B0704040101010104" pitchFamily="34" charset="0"/>
              </a:rPr>
              <a:t>“Reset” </a:t>
            </a:r>
            <a:r>
              <a:rPr lang="en-US" sz="1800">
                <a:solidFill>
                  <a:schemeClr val="bg1"/>
                </a:solidFill>
              </a:rPr>
              <a:t>button in the upper left corner </a:t>
            </a:r>
            <a:br>
              <a:rPr lang="en-US" sz="1800">
                <a:solidFill>
                  <a:schemeClr val="bg1"/>
                </a:solidFill>
              </a:rPr>
            </a:br>
            <a:r>
              <a:rPr lang="en-US" sz="1800">
                <a:solidFill>
                  <a:schemeClr val="bg1"/>
                </a:solidFill>
              </a:rPr>
              <a:t>of the menu to update Layout formatting. This updates the placeholder location, text size, spacing, color, etc.</a:t>
            </a:r>
          </a:p>
        </p:txBody>
      </p:sp>
    </p:spTree>
    <p:extLst>
      <p:ext uri="{BB962C8B-B14F-4D97-AF65-F5344CB8AC3E}">
        <p14:creationId xmlns:p14="http://schemas.microsoft.com/office/powerpoint/2010/main" val="2689093386"/>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43A4361-6133-39EF-A42F-46EDF284BB3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p:nvSpPr>
        <p:spPr>
          <a:xfrm>
            <a:off x="557212" y="3910536"/>
            <a:ext cx="1256704" cy="261610"/>
          </a:xfrm>
          <a:prstGeom prst="rect">
            <a:avLst/>
          </a:prstGeom>
          <a:noFill/>
        </p:spPr>
        <p:txBody>
          <a:bodyPr wrap="square" lIns="0" tIns="0" rIns="0" rtlCol="0">
            <a:spAutoFit/>
          </a:bodyPr>
          <a:lstStyle/>
          <a:p>
            <a:pPr algn="l"/>
            <a:r>
              <a:rPr lang="en-US" sz="1400">
                <a:solidFill>
                  <a:schemeClr val="bg1"/>
                </a:solidFill>
                <a:latin typeface="ServiceNow Sans Medium" panose="020B0704040101010104" pitchFamily="34" charset="0"/>
                <a:cs typeface="ServiceNow Sans Medium" panose="020B0704040101010104" pitchFamily="34" charset="0"/>
              </a:rPr>
              <a:t>Windows</a:t>
            </a:r>
          </a:p>
        </p:txBody>
      </p:sp>
      <p:sp>
        <p:nvSpPr>
          <p:cNvPr id="7" name="TextBox 6">
            <a:extLst>
              <a:ext uri="{FF2B5EF4-FFF2-40B4-BE49-F238E27FC236}">
                <a16:creationId xmlns:a16="http://schemas.microsoft.com/office/drawing/2014/main" id="{C16EBF09-54C4-5B30-CB39-06156BCF482F}"/>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p:nvSpPr>
        <p:spPr>
          <a:xfrm>
            <a:off x="2446967" y="3910536"/>
            <a:ext cx="1256704" cy="261610"/>
          </a:xfrm>
          <a:prstGeom prst="rect">
            <a:avLst/>
          </a:prstGeom>
          <a:noFill/>
        </p:spPr>
        <p:txBody>
          <a:bodyPr wrap="square" lIns="0" tIns="0" rIns="0" rtlCol="0">
            <a:spAutoFit/>
          </a:bodyPr>
          <a:lstStyle/>
          <a:p>
            <a:pPr algn="l"/>
            <a:r>
              <a:rPr lang="en-US" sz="1400">
                <a:solidFill>
                  <a:schemeClr val="bg1"/>
                </a:solidFill>
                <a:latin typeface="ServiceNow Sans Medium" panose="020B0704040101010104" pitchFamily="34" charset="0"/>
                <a:cs typeface="ServiceNow Sans Medium" panose="020B0704040101010104" pitchFamily="34" charset="0"/>
              </a:rPr>
              <a:t>macOS</a:t>
            </a:r>
          </a:p>
        </p:txBody>
      </p:sp>
      <p:pic>
        <p:nvPicPr>
          <p:cNvPr id="8" name="Picture 7">
            <a:extLst>
              <a:ext uri="{FF2B5EF4-FFF2-40B4-BE49-F238E27FC236}">
                <a16:creationId xmlns:a16="http://schemas.microsoft.com/office/drawing/2014/main" id="{466F9386-7AFF-8A74-EAE9-1DF8447D358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2" cstate="screen">
            <a:alphaModFix amt="50000"/>
            <a:extLst>
              <a:ext uri="{28A0092B-C50C-407E-A947-70E740481C1C}">
                <a14:useLocalDpi xmlns:a14="http://schemas.microsoft.com/office/drawing/2010/main"/>
              </a:ext>
            </a:extLst>
          </a:blip>
          <a:srcRect/>
          <a:stretch/>
        </p:blipFill>
        <p:spPr>
          <a:xfrm>
            <a:off x="2446966" y="4885393"/>
            <a:ext cx="2196548" cy="1174825"/>
          </a:xfrm>
          <a:prstGeom prst="rect">
            <a:avLst/>
          </a:prstGeom>
        </p:spPr>
      </p:pic>
      <p:pic>
        <p:nvPicPr>
          <p:cNvPr id="9" name="Picture 8">
            <a:extLst>
              <a:ext uri="{FF2B5EF4-FFF2-40B4-BE49-F238E27FC236}">
                <a16:creationId xmlns:a16="http://schemas.microsoft.com/office/drawing/2014/main" id="{3DF8EA79-1F39-AB18-4602-0AED2F001D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3" cstate="screen">
            <a:extLst>
              <a:ext uri="{28A0092B-C50C-407E-A947-70E740481C1C}">
                <a14:useLocalDpi xmlns:a14="http://schemas.microsoft.com/office/drawing/2010/main"/>
              </a:ext>
            </a:extLst>
          </a:blip>
          <a:srcRect r="-426"/>
          <a:stretch>
            <a:fillRect/>
          </a:stretch>
        </p:blipFill>
        <p:spPr>
          <a:xfrm>
            <a:off x="2441251" y="4890961"/>
            <a:ext cx="2206270" cy="298922"/>
          </a:xfrm>
          <a:prstGeom prst="rect">
            <a:avLst/>
          </a:prstGeom>
        </p:spPr>
      </p:pic>
      <p:pic>
        <p:nvPicPr>
          <p:cNvPr id="10" name="Picture 9">
            <a:extLst>
              <a:ext uri="{FF2B5EF4-FFF2-40B4-BE49-F238E27FC236}">
                <a16:creationId xmlns:a16="http://schemas.microsoft.com/office/drawing/2014/main" id="{EC5F986B-4C64-CB90-D4DF-985E832DBA4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4" cstate="screen">
            <a:alphaModFix/>
            <a:extLst>
              <a:ext uri="{28A0092B-C50C-407E-A947-70E740481C1C}">
                <a14:useLocalDpi xmlns:a14="http://schemas.microsoft.com/office/drawing/2010/main"/>
              </a:ext>
            </a:extLst>
          </a:blip>
          <a:srcRect/>
          <a:stretch/>
        </p:blipFill>
        <p:spPr>
          <a:xfrm>
            <a:off x="2446967" y="4515142"/>
            <a:ext cx="489440" cy="379608"/>
          </a:xfrm>
          <a:prstGeom prst="rect">
            <a:avLst/>
          </a:prstGeom>
        </p:spPr>
      </p:pic>
      <p:pic>
        <p:nvPicPr>
          <p:cNvPr id="11" name="Picture 10">
            <a:extLst>
              <a:ext uri="{FF2B5EF4-FFF2-40B4-BE49-F238E27FC236}">
                <a16:creationId xmlns:a16="http://schemas.microsoft.com/office/drawing/2014/main" id="{9D5F9F3C-58A8-5B18-A15C-AB204A17F0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5" cstate="screen">
            <a:extLst>
              <a:ext uri="{28A0092B-C50C-407E-A947-70E740481C1C}">
                <a14:useLocalDpi xmlns:a14="http://schemas.microsoft.com/office/drawing/2010/main"/>
              </a:ext>
            </a:extLst>
          </a:blip>
          <a:srcRect r="-406"/>
          <a:stretch>
            <a:fillRect/>
          </a:stretch>
        </p:blipFill>
        <p:spPr>
          <a:xfrm>
            <a:off x="566283" y="4528291"/>
            <a:ext cx="376691" cy="678990"/>
          </a:xfrm>
          <a:prstGeom prst="rect">
            <a:avLst/>
          </a:prstGeom>
        </p:spPr>
      </p:pic>
      <p:pic>
        <p:nvPicPr>
          <p:cNvPr id="12" name="Picture 11">
            <a:extLst>
              <a:ext uri="{FF2B5EF4-FFF2-40B4-BE49-F238E27FC236}">
                <a16:creationId xmlns:a16="http://schemas.microsoft.com/office/drawing/2014/main" id="{469A9A7A-781A-DE12-9B20-5DDE137A0CB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6">
            <a:alphaModFix amt="50000"/>
            <a:extLst>
              <a:ext uri="{28A0092B-C50C-407E-A947-70E740481C1C}">
                <a14:useLocalDpi xmlns:a14="http://schemas.microsoft.com/office/drawing/2010/main"/>
              </a:ext>
            </a:extLst>
          </a:blip>
          <a:srcRect/>
          <a:stretch/>
        </p:blipFill>
        <p:spPr>
          <a:xfrm>
            <a:off x="571284" y="5198609"/>
            <a:ext cx="1256703" cy="871337"/>
          </a:xfrm>
          <a:prstGeom prst="rect">
            <a:avLst/>
          </a:prstGeom>
          <a:ln>
            <a:solidFill>
              <a:schemeClr val="bg2"/>
            </a:solidFill>
          </a:ln>
        </p:spPr>
      </p:pic>
      <p:pic>
        <p:nvPicPr>
          <p:cNvPr id="13" name="Picture 12">
            <a:extLst>
              <a:ext uri="{FF2B5EF4-FFF2-40B4-BE49-F238E27FC236}">
                <a16:creationId xmlns:a16="http://schemas.microsoft.com/office/drawing/2014/main" id="{8274DEF8-BE4B-17E8-9DC4-211786ACD6F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7" cstate="screen">
            <a:extLst>
              <a:ext uri="{28A0092B-C50C-407E-A947-70E740481C1C}">
                <a14:useLocalDpi xmlns:a14="http://schemas.microsoft.com/office/drawing/2010/main"/>
              </a:ext>
            </a:extLst>
          </a:blip>
          <a:srcRect/>
          <a:stretch/>
        </p:blipFill>
        <p:spPr>
          <a:xfrm>
            <a:off x="571284" y="5495056"/>
            <a:ext cx="292955" cy="285764"/>
          </a:xfrm>
          <a:prstGeom prst="rect">
            <a:avLst/>
          </a:prstGeom>
          <a:ln>
            <a:solidFill>
              <a:schemeClr val="bg2"/>
            </a:solidFill>
          </a:ln>
        </p:spPr>
      </p:pic>
      <p:pic>
        <p:nvPicPr>
          <p:cNvPr id="14" name="Picture 13">
            <a:extLst>
              <a:ext uri="{FF2B5EF4-FFF2-40B4-BE49-F238E27FC236}">
                <a16:creationId xmlns:a16="http://schemas.microsoft.com/office/drawing/2014/main" id="{04F7EE21-A196-1937-3209-0BD377F5567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8"/>
          <a:stretch>
            <a:fillRect/>
          </a:stretch>
        </p:blipFill>
        <p:spPr>
          <a:xfrm>
            <a:off x="5643155" y="4652407"/>
            <a:ext cx="668380" cy="233933"/>
          </a:xfrm>
          <a:prstGeom prst="rect">
            <a:avLst/>
          </a:prstGeom>
        </p:spPr>
      </p:pic>
      <p:pic>
        <p:nvPicPr>
          <p:cNvPr id="15" name="Picture 14">
            <a:extLst>
              <a:ext uri="{FF2B5EF4-FFF2-40B4-BE49-F238E27FC236}">
                <a16:creationId xmlns:a16="http://schemas.microsoft.com/office/drawing/2014/main" id="{09A93E7B-C29B-86DC-26F9-1BF1310C7B9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9" cstate="screen">
            <a:alphaModFix amt="50000"/>
            <a:extLst>
              <a:ext uri="{28A0092B-C50C-407E-A947-70E740481C1C}">
                <a14:useLocalDpi xmlns:a14="http://schemas.microsoft.com/office/drawing/2010/main"/>
              </a:ext>
            </a:extLst>
          </a:blip>
          <a:srcRect t="1257"/>
          <a:stretch/>
        </p:blipFill>
        <p:spPr>
          <a:xfrm>
            <a:off x="5629964" y="4881050"/>
            <a:ext cx="1397151" cy="678670"/>
          </a:xfrm>
          <a:prstGeom prst="rect">
            <a:avLst/>
          </a:prstGeom>
        </p:spPr>
      </p:pic>
      <p:pic>
        <p:nvPicPr>
          <p:cNvPr id="16" name="Picture 15">
            <a:extLst>
              <a:ext uri="{FF2B5EF4-FFF2-40B4-BE49-F238E27FC236}">
                <a16:creationId xmlns:a16="http://schemas.microsoft.com/office/drawing/2014/main" id="{264D5C41-8AD0-CB40-C96B-F5C5ED69D6E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10" cstate="screen">
            <a:extLst>
              <a:ext uri="{28A0092B-C50C-407E-A947-70E740481C1C}">
                <a14:useLocalDpi xmlns:a14="http://schemas.microsoft.com/office/drawing/2010/main"/>
              </a:ext>
            </a:extLst>
          </a:blip>
          <a:srcRect/>
          <a:stretch>
            <a:fillRect/>
          </a:stretch>
        </p:blipFill>
        <p:spPr>
          <a:xfrm>
            <a:off x="5633629" y="5207281"/>
            <a:ext cx="355691" cy="352439"/>
          </a:xfrm>
          <a:prstGeom prst="rect">
            <a:avLst/>
          </a:prstGeom>
        </p:spPr>
      </p:pic>
      <p:sp>
        <p:nvSpPr>
          <p:cNvPr id="17" name="Rectangle 16">
            <a:extLst>
              <a:ext uri="{FF2B5EF4-FFF2-40B4-BE49-F238E27FC236}">
                <a16:creationId xmlns:a16="http://schemas.microsoft.com/office/drawing/2014/main" id="{452537C4-538E-C325-190F-FB4817376858}"/>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557212" y="4521511"/>
            <a:ext cx="389573" cy="66917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p>
        </p:txBody>
      </p:sp>
      <p:sp>
        <p:nvSpPr>
          <p:cNvPr id="19" name="Rectangle 18">
            <a:extLst>
              <a:ext uri="{FF2B5EF4-FFF2-40B4-BE49-F238E27FC236}">
                <a16:creationId xmlns:a16="http://schemas.microsoft.com/office/drawing/2014/main" id="{6920C359-230C-DB79-C7B1-E96DC2A2E32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557212" y="5495056"/>
            <a:ext cx="328006" cy="292702"/>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bg2"/>
              </a:solidFill>
            </a:endParaRPr>
          </a:p>
        </p:txBody>
      </p:sp>
      <p:sp>
        <p:nvSpPr>
          <p:cNvPr id="20" name="Rectangle 19">
            <a:extLst>
              <a:ext uri="{FF2B5EF4-FFF2-40B4-BE49-F238E27FC236}">
                <a16:creationId xmlns:a16="http://schemas.microsoft.com/office/drawing/2014/main" id="{F6C938CC-91C4-78E1-DAEA-209555CFBD4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2807340" y="4511040"/>
            <a:ext cx="129068" cy="377205"/>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bg2"/>
              </a:solidFill>
            </a:endParaRPr>
          </a:p>
        </p:txBody>
      </p:sp>
      <p:sp>
        <p:nvSpPr>
          <p:cNvPr id="21" name="Rectangle 20">
            <a:extLst>
              <a:ext uri="{FF2B5EF4-FFF2-40B4-BE49-F238E27FC236}">
                <a16:creationId xmlns:a16="http://schemas.microsoft.com/office/drawing/2014/main" id="{C9C0B8E2-590A-40E2-B16E-946EEBE38B7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2437441" y="4895701"/>
            <a:ext cx="2210080" cy="284773"/>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bg2"/>
              </a:solidFill>
            </a:endParaRPr>
          </a:p>
        </p:txBody>
      </p:sp>
      <p:sp>
        <p:nvSpPr>
          <p:cNvPr id="22" name="Rectangle 21">
            <a:extLst>
              <a:ext uri="{FF2B5EF4-FFF2-40B4-BE49-F238E27FC236}">
                <a16:creationId xmlns:a16="http://schemas.microsoft.com/office/drawing/2014/main" id="{88DEE9A9-B328-65E9-C97D-9EB91F60728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5643154" y="4652408"/>
            <a:ext cx="668380" cy="240437"/>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bg2"/>
              </a:solidFill>
            </a:endParaRPr>
          </a:p>
        </p:txBody>
      </p:sp>
      <p:sp>
        <p:nvSpPr>
          <p:cNvPr id="23" name="Rectangle 22">
            <a:extLst>
              <a:ext uri="{FF2B5EF4-FFF2-40B4-BE49-F238E27FC236}">
                <a16:creationId xmlns:a16="http://schemas.microsoft.com/office/drawing/2014/main" id="{24BB2BC3-39CC-E08F-C159-8149D7412813}"/>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5650774" y="5215247"/>
            <a:ext cx="338546" cy="341637"/>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bg2"/>
              </a:solidFill>
            </a:endParaRPr>
          </a:p>
        </p:txBody>
      </p:sp>
      <p:sp>
        <p:nvSpPr>
          <p:cNvPr id="2" name="Title 1">
            <a:extLst>
              <a:ext uri="{FF2B5EF4-FFF2-40B4-BE49-F238E27FC236}">
                <a16:creationId xmlns:a16="http://schemas.microsoft.com/office/drawing/2014/main" id="{DFCD31FE-2CAB-61A2-0C02-61A81C3DF1FF}"/>
              </a:ext>
            </a:extLst>
          </p:cNvPr>
          <p:cNvSpPr>
            <a:spLocks noGrp="1" noRot="1" noMove="1" noResize="1" noEditPoints="1" noAdjustHandles="1" noChangeArrowheads="1" noChangeShapeType="1"/>
          </p:cNvSpPr>
          <p:nvPr>
            <p:ph type="title"/>
          </p:nvPr>
        </p:nvSpPr>
        <p:spPr>
          <a:xfrm>
            <a:off x="548640" y="530352"/>
            <a:ext cx="11082973" cy="1304863"/>
          </a:xfrm>
        </p:spPr>
        <p:txBody>
          <a:bodyPr/>
          <a:lstStyle/>
          <a:p>
            <a:r>
              <a:rPr lang="en-US"/>
              <a:t>Importing slides from other templates</a:t>
            </a:r>
          </a:p>
        </p:txBody>
      </p:sp>
      <p:sp>
        <p:nvSpPr>
          <p:cNvPr id="3" name="TextBox 2">
            <a:extLst>
              <a:ext uri="{FF2B5EF4-FFF2-40B4-BE49-F238E27FC236}">
                <a16:creationId xmlns:a16="http://schemas.microsoft.com/office/drawing/2014/main" id="{3ABAC8C1-F94A-C537-C270-4556FF821DD2}"/>
              </a:ext>
            </a:extLst>
          </p:cNvPr>
          <p:cNvSpPr txBox="1">
            <a:spLocks noGrp="1" noRot="1" noMove="1" noResize="1" noEditPoints="1" noAdjustHandles="1" noChangeArrowheads="1" noChangeShapeType="1"/>
          </p:cNvSpPr>
          <p:nvPr/>
        </p:nvSpPr>
        <p:spPr>
          <a:xfrm>
            <a:off x="557211" y="1582411"/>
            <a:ext cx="4585478" cy="1985159"/>
          </a:xfrm>
          <a:prstGeom prst="rect">
            <a:avLst/>
          </a:prstGeom>
          <a:noFill/>
        </p:spPr>
        <p:txBody>
          <a:bodyPr wrap="square" lIns="0" tIns="0" rIns="0" rtlCol="0">
            <a:spAutoFit/>
          </a:bodyPr>
          <a:lstStyle/>
          <a:p>
            <a:pPr algn="l"/>
            <a:r>
              <a:rPr lang="en-US" sz="1800" b="0" i="0">
                <a:solidFill>
                  <a:schemeClr val="bg1"/>
                </a:solidFill>
                <a:cs typeface="ServiceNow Sans Light" panose="020B0404040101010104" pitchFamily="34" charset="77"/>
              </a:rPr>
              <a:t>When pasting slides from one presentation into another, a </a:t>
            </a:r>
            <a:r>
              <a:rPr lang="en-US" sz="1800">
                <a:solidFill>
                  <a:schemeClr val="bg1"/>
                </a:solidFill>
                <a:latin typeface="ServiceNow Sans Medium" panose="020B0504040101010104" pitchFamily="34" charset="77"/>
                <a:cs typeface="ServiceNow Sans Light" panose="020B0404040101010104" pitchFamily="34" charset="77"/>
              </a:rPr>
              <a:t>“Paste Options” </a:t>
            </a:r>
            <a:r>
              <a:rPr lang="en-US" sz="1800" b="0" i="0">
                <a:solidFill>
                  <a:schemeClr val="bg1"/>
                </a:solidFill>
                <a:cs typeface="ServiceNow Sans Light" panose="020B0404040101010104" pitchFamily="34" charset="77"/>
              </a:rPr>
              <a:t>menu will appear with three choices: “Use Destination Theme, Keep Source Formatting, and Paste as Picture.”</a:t>
            </a:r>
          </a:p>
          <a:p>
            <a:pPr algn="l"/>
            <a:endParaRPr lang="en-US" sz="1800" b="0" i="0">
              <a:solidFill>
                <a:schemeClr val="bg1"/>
              </a:solidFill>
              <a:latin typeface="ServiceNow Sans Light" panose="020B0404040101010104" pitchFamily="34" charset="77"/>
              <a:cs typeface="ServiceNow Sans Light" panose="020B0404040101010104" pitchFamily="34" charset="77"/>
            </a:endParaRPr>
          </a:p>
          <a:p>
            <a:pPr algn="l"/>
            <a:r>
              <a:rPr lang="en-US" sz="1800">
                <a:solidFill>
                  <a:schemeClr val="bg1"/>
                </a:solidFill>
                <a:cs typeface="ServiceNow Sans Light" panose="020B0404040101010104" pitchFamily="34" charset="77"/>
              </a:rPr>
              <a:t>Choose</a:t>
            </a:r>
            <a:r>
              <a:rPr lang="en-US" sz="1800">
                <a:solidFill>
                  <a:schemeClr val="bg1"/>
                </a:solidFill>
                <a:latin typeface="ServiceNow Sans Light" panose="020B0404040101010104" pitchFamily="34" charset="77"/>
                <a:cs typeface="ServiceNow Sans Light" panose="020B0404040101010104" pitchFamily="34" charset="77"/>
              </a:rPr>
              <a:t> </a:t>
            </a:r>
            <a:r>
              <a:rPr lang="en-US" sz="1800">
                <a:solidFill>
                  <a:schemeClr val="bg1"/>
                </a:solidFill>
                <a:latin typeface="ServiceNow Sans Medium" panose="020B0504040101010104" pitchFamily="34" charset="77"/>
                <a:cs typeface="ServiceNow Sans Light" panose="020B0404040101010104" pitchFamily="34" charset="77"/>
              </a:rPr>
              <a:t>“Use Destination Theme.”</a:t>
            </a:r>
          </a:p>
        </p:txBody>
      </p:sp>
      <p:sp>
        <p:nvSpPr>
          <p:cNvPr id="5" name="TextBox 4">
            <a:extLst>
              <a:ext uri="{FF2B5EF4-FFF2-40B4-BE49-F238E27FC236}">
                <a16:creationId xmlns:a16="http://schemas.microsoft.com/office/drawing/2014/main" id="{91D1EED1-A328-3336-71F4-385475FF1AE0}"/>
              </a:ext>
            </a:extLst>
          </p:cNvPr>
          <p:cNvSpPr txBox="1">
            <a:spLocks noGrp="1" noRot="1" noMove="1" noResize="1" noEditPoints="1" noAdjustHandles="1" noChangeArrowheads="1" noChangeShapeType="1"/>
          </p:cNvSpPr>
          <p:nvPr/>
        </p:nvSpPr>
        <p:spPr>
          <a:xfrm>
            <a:off x="5629964" y="1582411"/>
            <a:ext cx="2616410" cy="2923877"/>
          </a:xfrm>
          <a:prstGeom prst="rect">
            <a:avLst/>
          </a:prstGeom>
          <a:noFill/>
        </p:spPr>
        <p:txBody>
          <a:bodyPr wrap="square" lIns="0" tIns="0" rIns="0" rtlCol="0">
            <a:spAutoFit/>
          </a:bodyPr>
          <a:lstStyle/>
          <a:p>
            <a:pPr algn="l">
              <a:spcAft>
                <a:spcPts val="600"/>
              </a:spcAft>
            </a:pPr>
            <a:r>
              <a:rPr lang="en-US" sz="1800">
                <a:solidFill>
                  <a:schemeClr val="accent1"/>
                </a:solidFill>
                <a:latin typeface="ServiceNow Sans Medium" panose="020B0704040101010104" pitchFamily="34" charset="0"/>
                <a:cs typeface="ServiceNow Sans Light" panose="020B0404040101010104" pitchFamily="34" charset="77"/>
              </a:rPr>
              <a:t>Theme colors </a:t>
            </a:r>
          </a:p>
          <a:p>
            <a:pPr algn="l">
              <a:spcAft>
                <a:spcPts val="600"/>
              </a:spcAft>
            </a:pPr>
            <a:r>
              <a:rPr lang="en-US" sz="1800" b="0" i="0">
                <a:solidFill>
                  <a:schemeClr val="bg1"/>
                </a:solidFill>
                <a:cs typeface="ServiceNow Sans Light" panose="020B0404040101010104" pitchFamily="34" charset="77"/>
              </a:rPr>
              <a:t>Will automatically update to the new template, and you may need to adjust some manually.</a:t>
            </a:r>
          </a:p>
          <a:p>
            <a:pPr algn="l">
              <a:spcBef>
                <a:spcPts val="1200"/>
              </a:spcBef>
              <a:spcAft>
                <a:spcPts val="600"/>
              </a:spcAft>
            </a:pPr>
            <a:r>
              <a:rPr lang="en-US" sz="1800">
                <a:solidFill>
                  <a:schemeClr val="accent1"/>
                </a:solidFill>
                <a:latin typeface="ServiceNow Sans Medium" panose="020B0704040101010104" pitchFamily="34" charset="0"/>
              </a:rPr>
              <a:t>Pasting text </a:t>
            </a:r>
            <a:endParaRPr lang="en-US" sz="1800">
              <a:latin typeface="ServiceNow Sans Medium" panose="020B0704040101010104" pitchFamily="34" charset="0"/>
            </a:endParaRPr>
          </a:p>
          <a:p>
            <a:pPr algn="l">
              <a:spcAft>
                <a:spcPts val="600"/>
              </a:spcAft>
            </a:pPr>
            <a:r>
              <a:rPr lang="en-US" sz="1800" b="0" i="0">
                <a:solidFill>
                  <a:schemeClr val="bg1"/>
                </a:solidFill>
                <a:cs typeface="ServiceNow Sans Light" panose="020B0404040101010104" pitchFamily="34" charset="77"/>
              </a:rPr>
              <a:t>Use</a:t>
            </a:r>
            <a:r>
              <a:rPr lang="en-US" sz="1800" b="0" i="0">
                <a:solidFill>
                  <a:schemeClr val="bg1"/>
                </a:solidFill>
                <a:latin typeface="ServiceNow Sans Light" panose="020B0404040101010104" pitchFamily="34" charset="77"/>
                <a:cs typeface="ServiceNow Sans Light" panose="020B0404040101010104" pitchFamily="34" charset="77"/>
              </a:rPr>
              <a:t> </a:t>
            </a:r>
            <a:r>
              <a:rPr lang="en-US" sz="1800">
                <a:solidFill>
                  <a:schemeClr val="bg1"/>
                </a:solidFill>
                <a:latin typeface="ServiceNow Sans Medium" panose="020B0504040101010104" pitchFamily="34" charset="77"/>
                <a:cs typeface="ServiceNow Sans Light" panose="020B0404040101010104" pitchFamily="34" charset="77"/>
              </a:rPr>
              <a:t>“Paste and Match Formatting”</a:t>
            </a:r>
            <a:r>
              <a:rPr lang="en-US" sz="1800" b="0" i="0">
                <a:solidFill>
                  <a:schemeClr val="bg1"/>
                </a:solidFill>
                <a:latin typeface="ServiceNow Sans Light" panose="020B0404040101010104" pitchFamily="34" charset="77"/>
                <a:cs typeface="ServiceNow Sans Light" panose="020B0404040101010104" pitchFamily="34" charset="77"/>
              </a:rPr>
              <a:t> </a:t>
            </a:r>
            <a:r>
              <a:rPr lang="en-US" sz="1800" b="0" i="0">
                <a:solidFill>
                  <a:schemeClr val="bg1"/>
                </a:solidFill>
                <a:cs typeface="ServiceNow Sans Light" panose="020B0404040101010104" pitchFamily="34" charset="77"/>
              </a:rPr>
              <a:t>to avoid introducing new fonts.</a:t>
            </a:r>
          </a:p>
        </p:txBody>
      </p:sp>
      <p:sp>
        <p:nvSpPr>
          <p:cNvPr id="4" name="TextBox 3">
            <a:extLst>
              <a:ext uri="{FF2B5EF4-FFF2-40B4-BE49-F238E27FC236}">
                <a16:creationId xmlns:a16="http://schemas.microsoft.com/office/drawing/2014/main" id="{6799ABA0-9D4B-19C5-F86E-979553C912AE}"/>
              </a:ext>
            </a:extLst>
          </p:cNvPr>
          <p:cNvSpPr txBox="1">
            <a:spLocks noGrp="1" noRot="1" noMove="1" noResize="1" noEditPoints="1" noAdjustHandles="1" noChangeArrowheads="1" noChangeShapeType="1"/>
          </p:cNvSpPr>
          <p:nvPr/>
        </p:nvSpPr>
        <p:spPr>
          <a:xfrm>
            <a:off x="8821738" y="1582411"/>
            <a:ext cx="2814637" cy="3046988"/>
          </a:xfrm>
          <a:prstGeom prst="rect">
            <a:avLst/>
          </a:prstGeom>
          <a:noFill/>
        </p:spPr>
        <p:txBody>
          <a:bodyPr wrap="square" lIns="0" tIns="0" rIns="0" rtlCol="0">
            <a:spAutoFit/>
          </a:bodyPr>
          <a:lstStyle/>
          <a:p>
            <a:pPr>
              <a:spcBef>
                <a:spcPts val="1200"/>
              </a:spcBef>
              <a:spcAft>
                <a:spcPts val="600"/>
              </a:spcAft>
            </a:pPr>
            <a:r>
              <a:rPr lang="en-US" sz="1800">
                <a:solidFill>
                  <a:schemeClr val="accent1"/>
                </a:solidFill>
                <a:latin typeface="ServiceNow Sans Medium" panose="020B0704040101010104" pitchFamily="34" charset="0"/>
              </a:rPr>
              <a:t>Recommendation</a:t>
            </a:r>
          </a:p>
          <a:p>
            <a:pPr>
              <a:spcAft>
                <a:spcPts val="600"/>
              </a:spcAft>
            </a:pPr>
            <a:r>
              <a:rPr lang="en-US" sz="1800">
                <a:solidFill>
                  <a:schemeClr val="bg1"/>
                </a:solidFill>
              </a:rPr>
              <a:t>Like to minimize </a:t>
            </a:r>
            <a:br>
              <a:rPr lang="en-US" sz="1800">
                <a:solidFill>
                  <a:schemeClr val="bg1"/>
                </a:solidFill>
              </a:rPr>
            </a:br>
            <a:r>
              <a:rPr lang="en-US" sz="1800">
                <a:solidFill>
                  <a:schemeClr val="bg1"/>
                </a:solidFill>
              </a:rPr>
              <a:t>formatting and have a clean template? Read on. </a:t>
            </a:r>
          </a:p>
          <a:p>
            <a:pPr>
              <a:spcAft>
                <a:spcPts val="600"/>
              </a:spcAft>
            </a:pPr>
            <a:r>
              <a:rPr lang="en-US" sz="1800">
                <a:solidFill>
                  <a:schemeClr val="bg1"/>
                </a:solidFill>
              </a:rPr>
              <a:t>Paste your on-slide </a:t>
            </a:r>
            <a:br>
              <a:rPr lang="en-US" sz="1800">
                <a:solidFill>
                  <a:schemeClr val="bg1"/>
                </a:solidFill>
              </a:rPr>
            </a:br>
            <a:r>
              <a:rPr lang="en-US" sz="1800">
                <a:solidFill>
                  <a:schemeClr val="bg1"/>
                </a:solidFill>
              </a:rPr>
              <a:t>content onto a similar layout in the new template.</a:t>
            </a:r>
          </a:p>
          <a:p>
            <a:pPr>
              <a:spcAft>
                <a:spcPts val="600"/>
              </a:spcAft>
            </a:pPr>
            <a:r>
              <a:rPr lang="en-US" sz="1800">
                <a:solidFill>
                  <a:schemeClr val="bg1"/>
                </a:solidFill>
              </a:rPr>
              <a:t>Choose the option </a:t>
            </a:r>
            <a:br>
              <a:rPr lang="en-US" sz="1800">
                <a:solidFill>
                  <a:schemeClr val="bg1"/>
                </a:solidFill>
                <a:latin typeface="ServiceNow Sans Light" panose="020B0404040101010104" pitchFamily="34" charset="77"/>
              </a:rPr>
            </a:br>
            <a:r>
              <a:rPr lang="en-US" sz="1800">
                <a:solidFill>
                  <a:schemeClr val="bg1"/>
                </a:solidFill>
                <a:latin typeface="ServiceNow Sans Medium" panose="020B0704040101010104" pitchFamily="34" charset="0"/>
              </a:rPr>
              <a:t>“Use destination theme” </a:t>
            </a:r>
            <a:r>
              <a:rPr lang="en-US" sz="1800">
                <a:solidFill>
                  <a:schemeClr val="bg1"/>
                </a:solidFill>
              </a:rPr>
              <a:t>to retain the original style.</a:t>
            </a:r>
          </a:p>
        </p:txBody>
      </p:sp>
    </p:spTree>
    <p:extLst>
      <p:ext uri="{BB962C8B-B14F-4D97-AF65-F5344CB8AC3E}">
        <p14:creationId xmlns:p14="http://schemas.microsoft.com/office/powerpoint/2010/main" val="132245602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F707A-ED5A-A095-1D84-0CD9D9DF4DDE}"/>
            </a:ext>
          </a:extLst>
        </p:cNvPr>
        <p:cNvGrpSpPr/>
        <p:nvPr/>
      </p:nvGrpSpPr>
      <p:grpSpPr>
        <a:xfrm>
          <a:off x="0" y="0"/>
          <a:ext cx="0" cy="0"/>
          <a:chOff x="0" y="0"/>
          <a:chExt cx="0" cy="0"/>
        </a:xfrm>
      </p:grpSpPr>
      <p:sp>
        <p:nvSpPr>
          <p:cNvPr id="96" name="TextBox 95">
            <a:extLst>
              <a:ext uri="{FF2B5EF4-FFF2-40B4-BE49-F238E27FC236}">
                <a16:creationId xmlns:a16="http://schemas.microsoft.com/office/drawing/2014/main" id="{A6388236-299C-9DFE-C2F0-60C313C241D6}"/>
              </a:ext>
            </a:extLst>
          </p:cNvPr>
          <p:cNvSpPr txBox="1">
            <a:spLocks noGrp="1" noRot="1" noMove="1" noResize="1" noEditPoints="1" noAdjustHandles="1" noChangeArrowheads="1" noChangeShapeType="1"/>
          </p:cNvSpPr>
          <p:nvPr/>
        </p:nvSpPr>
        <p:spPr>
          <a:xfrm>
            <a:off x="557211" y="1961888"/>
            <a:ext cx="2799932" cy="3922356"/>
          </a:xfrm>
          <a:prstGeom prst="rect">
            <a:avLst/>
          </a:prstGeom>
          <a:noFill/>
        </p:spPr>
        <p:txBody>
          <a:bodyPr wrap="square" lIns="0" tIns="0" rIns="0" rtlCol="0">
            <a:spAutoFit/>
          </a:bodyPr>
          <a:lstStyle/>
          <a:p>
            <a:pPr lvl="0">
              <a:defRPr/>
            </a:pPr>
            <a:r>
              <a:rPr lang="en-US">
                <a:solidFill>
                  <a:srgbClr val="FFFFFF"/>
                </a:solidFill>
              </a:rPr>
              <a:t>This template uses </a:t>
            </a:r>
            <a:br>
              <a:rPr lang="en-US">
                <a:solidFill>
                  <a:srgbClr val="FFFFFF"/>
                </a:solidFill>
              </a:rPr>
            </a:br>
            <a:r>
              <a:rPr lang="en-US">
                <a:solidFill>
                  <a:srgbClr val="FFFFFF"/>
                </a:solidFill>
              </a:rPr>
              <a:t>our custom font, </a:t>
            </a:r>
            <a:br>
              <a:rPr lang="en-US">
                <a:solidFill>
                  <a:srgbClr val="FFFFFF"/>
                </a:solidFill>
              </a:rPr>
            </a:br>
            <a:r>
              <a:rPr lang="en-US">
                <a:solidFill>
                  <a:srgbClr val="FFFFFF"/>
                </a:solidFill>
              </a:rPr>
              <a:t>ServiceNow Sans.  </a:t>
            </a:r>
          </a:p>
          <a:p>
            <a:pPr lvl="0">
              <a:defRPr/>
            </a:pPr>
            <a:endParaRPr lang="en-US">
              <a:solidFill>
                <a:srgbClr val="FFFFFF"/>
              </a:solidFill>
            </a:endParaRPr>
          </a:p>
          <a:p>
            <a:pPr lvl="0">
              <a:defRPr/>
            </a:pPr>
            <a:r>
              <a:rPr lang="en-US">
                <a:solidFill>
                  <a:srgbClr val="FFFFFF"/>
                </a:solidFill>
              </a:rPr>
              <a:t>Use the checker to the right to ensure you have the font installed.</a:t>
            </a:r>
          </a:p>
          <a:p>
            <a:pPr lvl="0">
              <a:defRPr/>
            </a:pPr>
            <a:endParaRPr lang="en-US">
              <a:solidFill>
                <a:srgbClr val="FFFFFF"/>
              </a:solidFill>
            </a:endParaRPr>
          </a:p>
          <a:p>
            <a:pPr lvl="0">
              <a:defRPr/>
            </a:pPr>
            <a:r>
              <a:rPr lang="en-US">
                <a:solidFill>
                  <a:schemeClr val="bg1"/>
                </a:solidFill>
              </a:rPr>
              <a:t>If you do not have the font, download and install it from the Brand Center. After installing the font, be sure to quit PowerPoint and re-open.</a:t>
            </a:r>
          </a:p>
        </p:txBody>
      </p:sp>
      <p:sp>
        <p:nvSpPr>
          <p:cNvPr id="61" name="Rounded Rectangle 16">
            <a:extLst>
              <a:ext uri="{FF2B5EF4-FFF2-40B4-BE49-F238E27FC236}">
                <a16:creationId xmlns:a16="http://schemas.microsoft.com/office/drawing/2014/main" id="{74C44AD4-D29F-DE99-82D7-86A9B15AA76A}"/>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3685742" y="1955800"/>
            <a:ext cx="7945872" cy="4229100"/>
          </a:xfrm>
          <a:prstGeom prst="roundRect">
            <a:avLst>
              <a:gd name="adj" fmla="val 2604"/>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14300" h="1143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pic>
        <p:nvPicPr>
          <p:cNvPr id="14" name="Picture 13" descr="A black background with white letters&#10;&#10;AI-generated content may be incorrect.">
            <a:extLst>
              <a:ext uri="{FF2B5EF4-FFF2-40B4-BE49-F238E27FC236}">
                <a16:creationId xmlns:a16="http://schemas.microsoft.com/office/drawing/2014/main" id="{52FD25FA-5D63-A12E-FCC5-F75B63DDFFB8}"/>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a:fillRect/>
          </a:stretch>
        </p:blipFill>
        <p:spPr>
          <a:xfrm>
            <a:off x="5906937" y="4264254"/>
            <a:ext cx="1421353" cy="1278374"/>
          </a:xfrm>
          <a:prstGeom prst="rect">
            <a:avLst/>
          </a:prstGeom>
        </p:spPr>
      </p:pic>
      <p:sp>
        <p:nvSpPr>
          <p:cNvPr id="2" name="Title 1">
            <a:extLst>
              <a:ext uri="{FF2B5EF4-FFF2-40B4-BE49-F238E27FC236}">
                <a16:creationId xmlns:a16="http://schemas.microsoft.com/office/drawing/2014/main" id="{466DAF2D-ED1F-BD0E-8061-9906AEA9219F}"/>
              </a:ext>
            </a:extLst>
          </p:cNvPr>
          <p:cNvSpPr>
            <a:spLocks noGrp="1" noRot="1" noMove="1" noResize="1" noEditPoints="1" noAdjustHandles="1" noChangeArrowheads="1" noChangeShapeType="1"/>
          </p:cNvSpPr>
          <p:nvPr>
            <p:ph type="title"/>
          </p:nvPr>
        </p:nvSpPr>
        <p:spPr/>
        <p:txBody>
          <a:bodyPr/>
          <a:lstStyle/>
          <a:p>
            <a:r>
              <a:rPr lang="en-US"/>
              <a:t>Font check</a:t>
            </a:r>
          </a:p>
        </p:txBody>
      </p:sp>
      <p:sp>
        <p:nvSpPr>
          <p:cNvPr id="10" name="Subtitle 9">
            <a:extLst>
              <a:ext uri="{FF2B5EF4-FFF2-40B4-BE49-F238E27FC236}">
                <a16:creationId xmlns:a16="http://schemas.microsoft.com/office/drawing/2014/main" id="{A0523AA2-C8A0-C5D2-1694-B6E121A0B989}"/>
              </a:ext>
            </a:extLst>
          </p:cNvPr>
          <p:cNvSpPr>
            <a:spLocks noGrp="1" noRot="1" noMove="1" noResize="1" noEditPoints="1" noAdjustHandles="1" noChangeArrowheads="1" noChangeShapeType="1"/>
          </p:cNvSpPr>
          <p:nvPr>
            <p:ph type="subTitle" idx="1"/>
          </p:nvPr>
        </p:nvSpPr>
        <p:spPr/>
        <p:txBody>
          <a:bodyPr/>
          <a:lstStyle/>
          <a:p>
            <a:r>
              <a:rPr lang="en-US"/>
              <a:t>Confirm ServiceNow Sans is displaying properly</a:t>
            </a:r>
          </a:p>
        </p:txBody>
      </p:sp>
      <p:sp>
        <p:nvSpPr>
          <p:cNvPr id="37" name="Title 1">
            <a:extLst>
              <a:ext uri="{FF2B5EF4-FFF2-40B4-BE49-F238E27FC236}">
                <a16:creationId xmlns:a16="http://schemas.microsoft.com/office/drawing/2014/main" id="{53E2DB9E-BFDA-60D1-CC30-E0048C618F39}"/>
              </a:ext>
              <a:ext uri="{C183D7F6-B498-43B3-948B-1728B52AA6E4}">
                <adec:decorative xmlns:adec="http://schemas.microsoft.com/office/drawing/2017/decorative" val="0"/>
              </a:ext>
            </a:extLst>
          </p:cNvPr>
          <p:cNvSpPr txBox="1">
            <a:spLocks noGrp="1" noRot="1" noMove="1" noResize="1" noEditPoints="1" noAdjustHandles="1" noChangeArrowheads="1" noChangeShapeType="1"/>
          </p:cNvSpPr>
          <p:nvPr/>
        </p:nvSpPr>
        <p:spPr>
          <a:xfrm>
            <a:off x="5972116" y="2307089"/>
            <a:ext cx="1856382" cy="1405290"/>
          </a:xfrm>
          <a:prstGeom prst="rect">
            <a:avLst/>
          </a:prstGeom>
        </p:spPr>
        <p:txBody>
          <a:bodyPr vert="horz" lIns="0" tIns="0" rIns="0" bIns="0" rtlCol="0" anchor="t" anchorCtr="0">
            <a:noAutofit/>
          </a:bodyPr>
          <a:lstStyle>
            <a:lvl1pPr marL="0" algn="l" defTabSz="914400" rtl="0" eaLnBrk="1" latinLnBrk="0" hangingPunct="1">
              <a:lnSpc>
                <a:spcPct val="90000"/>
              </a:lnSpc>
              <a:spcBef>
                <a:spcPct val="0"/>
              </a:spcBef>
              <a:buNone/>
              <a:tabLst>
                <a:tab pos="398463" algn="l"/>
              </a:tabLst>
              <a:defRPr lang="en-US" sz="4000" b="1" i="0" spc="0" baseline="0" dirty="0">
                <a:solidFill>
                  <a:schemeClr val="tx1"/>
                </a:solidFill>
                <a:latin typeface="+mj-lt"/>
                <a:ea typeface="+mj-ea"/>
                <a:cs typeface="ServiceNow Sans Display Bold" panose="020B0504040101010104" pitchFamily="34" charset="77"/>
              </a:defRPr>
            </a:lvl1pPr>
          </a:lstStyle>
          <a:p>
            <a:pPr>
              <a:lnSpc>
                <a:spcPct val="85000"/>
              </a:lnSpc>
            </a:pPr>
            <a:r>
              <a:rPr lang="en-US" sz="11000" b="0" err="1">
                <a:solidFill>
                  <a:schemeClr val="accent1"/>
                </a:solidFill>
                <a:latin typeface="ServiceNow Sans Light" panose="020B0404040101010104" pitchFamily="34" charset="77"/>
              </a:rPr>
              <a:t>Tf</a:t>
            </a:r>
            <a:endParaRPr lang="en-US" sz="11000" b="0">
              <a:solidFill>
                <a:schemeClr val="accent1"/>
              </a:solidFill>
              <a:latin typeface="ServiceNow Sans Light" panose="020B0404040101010104" pitchFamily="34" charset="77"/>
            </a:endParaRPr>
          </a:p>
        </p:txBody>
      </p:sp>
      <p:sp>
        <p:nvSpPr>
          <p:cNvPr id="38" name="Title 1">
            <a:extLst>
              <a:ext uri="{FF2B5EF4-FFF2-40B4-BE49-F238E27FC236}">
                <a16:creationId xmlns:a16="http://schemas.microsoft.com/office/drawing/2014/main" id="{D0A60A21-83BC-FB1D-B488-70E2AD1566A3}"/>
              </a:ext>
              <a:ext uri="{C183D7F6-B498-43B3-948B-1728B52AA6E4}">
                <adec:decorative xmlns:adec="http://schemas.microsoft.com/office/drawing/2017/decorative" val="0"/>
              </a:ext>
            </a:extLst>
          </p:cNvPr>
          <p:cNvSpPr txBox="1">
            <a:spLocks noGrp="1" noRot="1" noMove="1" noResize="1" noEditPoints="1" noAdjustHandles="1" noChangeArrowheads="1" noChangeShapeType="1"/>
          </p:cNvSpPr>
          <p:nvPr/>
        </p:nvSpPr>
        <p:spPr>
          <a:xfrm>
            <a:off x="3792647" y="2313760"/>
            <a:ext cx="1856382" cy="1405290"/>
          </a:xfrm>
          <a:prstGeom prst="rect">
            <a:avLst/>
          </a:prstGeom>
        </p:spPr>
        <p:txBody>
          <a:bodyPr vert="horz" lIns="0" tIns="0" rIns="0" bIns="0" rtlCol="0" anchor="t" anchorCtr="0">
            <a:noAutofit/>
          </a:bodyPr>
          <a:lstStyle>
            <a:lvl1pPr marL="0" algn="l" defTabSz="914400" rtl="0" eaLnBrk="1" latinLnBrk="0" hangingPunct="1">
              <a:lnSpc>
                <a:spcPct val="90000"/>
              </a:lnSpc>
              <a:spcBef>
                <a:spcPct val="0"/>
              </a:spcBef>
              <a:buNone/>
              <a:tabLst>
                <a:tab pos="398463" algn="l"/>
              </a:tabLst>
              <a:defRPr lang="en-US" sz="4000" b="1" i="0" spc="0" baseline="0" dirty="0">
                <a:solidFill>
                  <a:schemeClr val="tx1"/>
                </a:solidFill>
                <a:latin typeface="+mj-lt"/>
                <a:ea typeface="+mj-ea"/>
                <a:cs typeface="ServiceNow Sans Display Bold" panose="020B0504040101010104" pitchFamily="34" charset="77"/>
              </a:defRPr>
            </a:lvl1pPr>
          </a:lstStyle>
          <a:p>
            <a:pPr>
              <a:lnSpc>
                <a:spcPct val="85000"/>
              </a:lnSpc>
            </a:pPr>
            <a:r>
              <a:rPr lang="en-US" sz="11000" err="1">
                <a:solidFill>
                  <a:schemeClr val="accent1"/>
                </a:solidFill>
                <a:latin typeface="ServiceNow Sans" panose="020B0504040101010104" pitchFamily="34" charset="77"/>
              </a:rPr>
              <a:t>Rg</a:t>
            </a:r>
            <a:endParaRPr lang="en-US" sz="11000">
              <a:solidFill>
                <a:schemeClr val="accent1"/>
              </a:solidFill>
              <a:latin typeface="ServiceNow Sans" panose="020B0504040101010104" pitchFamily="34" charset="77"/>
            </a:endParaRPr>
          </a:p>
        </p:txBody>
      </p:sp>
      <p:sp>
        <p:nvSpPr>
          <p:cNvPr id="46" name="Subtitle 11">
            <a:extLst>
              <a:ext uri="{FF2B5EF4-FFF2-40B4-BE49-F238E27FC236}">
                <a16:creationId xmlns:a16="http://schemas.microsoft.com/office/drawing/2014/main" id="{671A54DA-A473-CB1F-25B0-D8F657A79D05}"/>
              </a:ext>
              <a:ext uri="{C183D7F6-B498-43B3-948B-1728B52AA6E4}">
                <adec:decorative xmlns:adec="http://schemas.microsoft.com/office/drawing/2017/decorative" val="0"/>
              </a:ext>
            </a:extLst>
          </p:cNvPr>
          <p:cNvSpPr txBox="1">
            <a:spLocks noGrp="1" noRot="1" noMove="1" noResize="1" noEditPoints="1" noAdjustHandles="1" noChangeArrowheads="1" noChangeShapeType="1"/>
          </p:cNvSpPr>
          <p:nvPr/>
        </p:nvSpPr>
        <p:spPr>
          <a:xfrm>
            <a:off x="3886009" y="5774873"/>
            <a:ext cx="1689636" cy="277416"/>
          </a:xfrm>
          <a:prstGeom prst="rect">
            <a:avLst/>
          </a:prstGeom>
        </p:spPr>
        <p:txBody>
          <a:bodyPr lIns="0" tIns="0" rIns="0" bIns="0" anchor="b"/>
          <a:lstStyle>
            <a:lvl1pPr marL="0" indent="0" algn="l" defTabSz="914400" rtl="0" eaLnBrk="1" latinLnBrk="0" hangingPunct="1">
              <a:lnSpc>
                <a:spcPct val="100000"/>
              </a:lnSpc>
              <a:spcBef>
                <a:spcPts val="0"/>
              </a:spcBef>
              <a:spcAft>
                <a:spcPts val="1000"/>
              </a:spcAft>
              <a:buFont typeface="ServiceNow Sans" panose="020B0504040101010104" pitchFamily="34" charset="0"/>
              <a:buChar char="​"/>
              <a:defRPr lang="en-US" sz="1800" b="0" i="0" spc="0" baseline="0" dirty="0">
                <a:solidFill>
                  <a:schemeClr val="tx1"/>
                </a:solidFill>
                <a:latin typeface="+mn-lt"/>
                <a:ea typeface="+mn-ea"/>
                <a:cs typeface="ServiceNow Sans Light" panose="020B0404040101010104" pitchFamily="34" charset="77"/>
              </a:defRPr>
            </a:lvl1pPr>
            <a:lvl2pPr marL="517525" indent="-233363" algn="l" defTabSz="914400" rtl="0" eaLnBrk="1" latinLnBrk="0" hangingPunct="1">
              <a:lnSpc>
                <a:spcPct val="100000"/>
              </a:lnSpc>
              <a:spcBef>
                <a:spcPts val="0"/>
              </a:spcBef>
              <a:spcAft>
                <a:spcPts val="1000"/>
              </a:spcAft>
              <a:buFont typeface="ServiceNow Sans" panose="020B0504040101010104" pitchFamily="34" charset="0"/>
              <a:buChar char="•"/>
              <a:defRPr sz="1600" b="0" i="0" spc="0" baseline="0">
                <a:solidFill>
                  <a:schemeClr val="tx1"/>
                </a:solidFill>
                <a:latin typeface="+mn-lt"/>
                <a:ea typeface="+mn-ea"/>
                <a:cs typeface="ServiceNow Sans Light" panose="020B0404040101010104" pitchFamily="34" charset="77"/>
              </a:defRPr>
            </a:lvl2pPr>
            <a:lvl3pPr marL="800100" indent="-227013" algn="l" defTabSz="914400" rtl="0" eaLnBrk="1" latinLnBrk="0" hangingPunct="1">
              <a:lnSpc>
                <a:spcPct val="100000"/>
              </a:lnSpc>
              <a:spcBef>
                <a:spcPts val="0"/>
              </a:spcBef>
              <a:spcAft>
                <a:spcPts val="1000"/>
              </a:spcAft>
              <a:buFont typeface="ServiceNow Sans" panose="020B0504040101010104" pitchFamily="34" charset="0"/>
              <a:buChar char="•"/>
              <a:defRPr sz="1400" b="0" i="0" spc="0" baseline="0">
                <a:solidFill>
                  <a:schemeClr val="tx1"/>
                </a:solidFill>
                <a:latin typeface="+mn-lt"/>
                <a:ea typeface="+mn-ea"/>
                <a:cs typeface="ServiceNow Sans Light" panose="020B0404040101010104" pitchFamily="34" charset="77"/>
              </a:defRPr>
            </a:lvl3pPr>
            <a:lvl4pPr marL="0" indent="0" algn="l" defTabSz="914400" rtl="0" eaLnBrk="1" latinLnBrk="0" hangingPunct="1">
              <a:lnSpc>
                <a:spcPct val="100000"/>
              </a:lnSpc>
              <a:spcBef>
                <a:spcPts val="0"/>
              </a:spcBef>
              <a:spcAft>
                <a:spcPts val="1000"/>
              </a:spcAft>
              <a:buFont typeface="ServiceNow Sans" panose="020B0504040101010104" pitchFamily="34" charset="0"/>
              <a:buChar char="​"/>
              <a:defRPr lang="en-US" sz="1900" b="0" i="0" spc="0" baseline="0" dirty="0">
                <a:solidFill>
                  <a:schemeClr val="tx2"/>
                </a:solidFill>
                <a:latin typeface="ServiceNow Sans Medium" panose="020B0704040101010104" pitchFamily="34" charset="0"/>
                <a:ea typeface="+mn-ea"/>
                <a:cs typeface="ServiceNow Sans Medium" panose="020B0704040101010104" pitchFamily="34" charset="0"/>
              </a:defRPr>
            </a:lvl4pPr>
            <a:lvl5pPr marL="0" indent="0" algn="l" defTabSz="914400" rtl="0" eaLnBrk="1" latinLnBrk="0" hangingPunct="1">
              <a:lnSpc>
                <a:spcPct val="100000"/>
              </a:lnSpc>
              <a:spcBef>
                <a:spcPts val="0"/>
              </a:spcBef>
              <a:spcAft>
                <a:spcPts val="1000"/>
              </a:spcAft>
              <a:buFont typeface="ServiceNow Sans" panose="020B0504040101010104" pitchFamily="34" charset="0"/>
              <a:buChar char="​"/>
              <a:defRPr sz="1900" b="0" i="0" spc="0" baseline="0">
                <a:solidFill>
                  <a:schemeClr val="accent1"/>
                </a:solidFill>
                <a:latin typeface="ServiceNow Sans Medium" panose="020B0704040101010104" pitchFamily="34" charset="0"/>
                <a:ea typeface="+mn-ea"/>
                <a:cs typeface="ServiceNow Sans Medium" panose="020B0704040101010104" pitchFamily="34" charset="0"/>
              </a:defRPr>
            </a:lvl5pPr>
            <a:lvl6pPr marL="0" indent="0" algn="l" defTabSz="914400" rtl="0" eaLnBrk="1" latinLnBrk="0" hangingPunct="1">
              <a:lnSpc>
                <a:spcPct val="100000"/>
              </a:lnSpc>
              <a:spcBef>
                <a:spcPts val="0"/>
              </a:spcBef>
              <a:spcAft>
                <a:spcPts val="1000"/>
              </a:spcAft>
              <a:buFont typeface="ServiceNow Sans" panose="020B0504040101010104" pitchFamily="34" charset="0"/>
              <a:buChar char="​"/>
              <a:defRPr sz="1800" b="1" i="0">
                <a:solidFill>
                  <a:schemeClr val="tx2"/>
                </a:solidFill>
                <a:latin typeface="ServiceNow Sans Display Bold" panose="020B0504040101010104" pitchFamily="34" charset="77"/>
                <a:ea typeface="+mn-ea"/>
                <a:cs typeface="ServiceNow Sans Display Bold" panose="020B0504040101010104" pitchFamily="34" charset="77"/>
              </a:defRPr>
            </a:lvl6pPr>
            <a:lvl7pPr marL="285750" indent="-285750" algn="l" defTabSz="914400" rtl="0" eaLnBrk="1" latinLnBrk="0" hangingPunct="1">
              <a:lnSpc>
                <a:spcPct val="90000"/>
              </a:lnSpc>
              <a:spcBef>
                <a:spcPts val="500"/>
              </a:spcBef>
              <a:buFont typeface="ServiceNow Sans" panose="020B0504040101010104" pitchFamily="34" charset="0"/>
              <a:buChar char="•"/>
              <a:defRPr sz="1800">
                <a:solidFill>
                  <a:schemeClr val="tx1"/>
                </a:solidFill>
                <a:latin typeface="+mn-lt"/>
                <a:ea typeface="+mn-ea"/>
                <a:cs typeface="+mn-cs"/>
              </a:defRPr>
            </a:lvl7pPr>
            <a:lvl8pPr marL="285750" indent="-285750" algn="l" defTabSz="914400" rtl="0" eaLnBrk="1" latinLnBrk="0" hangingPunct="1">
              <a:lnSpc>
                <a:spcPct val="90000"/>
              </a:lnSpc>
              <a:spcBef>
                <a:spcPts val="500"/>
              </a:spcBef>
              <a:buFont typeface="ServiceNow Sans" panose="020B0504040101010104" pitchFamily="34" charset="0"/>
              <a:buChar char="•"/>
              <a:defRPr sz="1800">
                <a:solidFill>
                  <a:schemeClr val="tx1"/>
                </a:solidFill>
                <a:latin typeface="+mn-lt"/>
                <a:ea typeface="+mn-ea"/>
                <a:cs typeface="+mn-cs"/>
              </a:defRPr>
            </a:lvl8pPr>
            <a:lvl9pPr marL="285750" indent="-285750" algn="l" defTabSz="914400" rtl="0" eaLnBrk="1" latinLnBrk="0" hangingPunct="1">
              <a:lnSpc>
                <a:spcPct val="90000"/>
              </a:lnSpc>
              <a:spcBef>
                <a:spcPts val="500"/>
              </a:spcBef>
              <a:buFont typeface="ServiceNow Sans" panose="020B0504040101010104" pitchFamily="34" charset="0"/>
              <a:buChar char="•"/>
              <a:defRPr sz="1800">
                <a:solidFill>
                  <a:schemeClr val="tx1"/>
                </a:solidFill>
                <a:latin typeface="+mn-lt"/>
                <a:ea typeface="+mn-ea"/>
                <a:cs typeface="+mn-cs"/>
              </a:defRPr>
            </a:lvl9pPr>
          </a:lstStyle>
          <a:p>
            <a:pPr>
              <a:spcAft>
                <a:spcPts val="300"/>
              </a:spcAft>
            </a:pPr>
            <a:r>
              <a:rPr lang="en-US" sz="1200" b="1">
                <a:solidFill>
                  <a:schemeClr val="bg1"/>
                </a:solidFill>
                <a:latin typeface="ServiceNow Sans" panose="020B0504040101010104" pitchFamily="34" charset="77"/>
              </a:rPr>
              <a:t>ServiceNow Sans Bold</a:t>
            </a:r>
          </a:p>
        </p:txBody>
      </p:sp>
      <p:sp>
        <p:nvSpPr>
          <p:cNvPr id="49" name="Subtitle 11">
            <a:extLst>
              <a:ext uri="{FF2B5EF4-FFF2-40B4-BE49-F238E27FC236}">
                <a16:creationId xmlns:a16="http://schemas.microsoft.com/office/drawing/2014/main" id="{B4A99A6A-7018-A7FD-B68D-D332F45A3CCC}"/>
              </a:ext>
              <a:ext uri="{C183D7F6-B498-43B3-948B-1728B52AA6E4}">
                <adec:decorative xmlns:adec="http://schemas.microsoft.com/office/drawing/2017/decorative" val="0"/>
              </a:ext>
            </a:extLst>
          </p:cNvPr>
          <p:cNvSpPr txBox="1">
            <a:spLocks noGrp="1" noRot="1" noMove="1" noResize="1" noEditPoints="1" noAdjustHandles="1" noChangeArrowheads="1" noChangeShapeType="1"/>
          </p:cNvSpPr>
          <p:nvPr/>
        </p:nvSpPr>
        <p:spPr>
          <a:xfrm>
            <a:off x="5972116" y="5774873"/>
            <a:ext cx="1700322" cy="277416"/>
          </a:xfrm>
          <a:prstGeom prst="rect">
            <a:avLst/>
          </a:prstGeom>
        </p:spPr>
        <p:txBody>
          <a:bodyPr lIns="0" tIns="0" rIns="0" bIns="0" anchor="b"/>
          <a:lstStyle>
            <a:lvl1pPr marL="0" indent="0" algn="l" defTabSz="914400" rtl="0" eaLnBrk="1" latinLnBrk="0" hangingPunct="1">
              <a:lnSpc>
                <a:spcPct val="100000"/>
              </a:lnSpc>
              <a:spcBef>
                <a:spcPts val="0"/>
              </a:spcBef>
              <a:spcAft>
                <a:spcPts val="1000"/>
              </a:spcAft>
              <a:buFont typeface="ServiceNow Sans" panose="020B0504040101010104" pitchFamily="34" charset="0"/>
              <a:buChar char="​"/>
              <a:defRPr lang="en-US" sz="1800" b="0" i="0" spc="0" baseline="0" dirty="0">
                <a:solidFill>
                  <a:schemeClr val="tx1"/>
                </a:solidFill>
                <a:latin typeface="+mn-lt"/>
                <a:ea typeface="+mn-ea"/>
                <a:cs typeface="ServiceNow Sans Light" panose="020B0404040101010104" pitchFamily="34" charset="77"/>
              </a:defRPr>
            </a:lvl1pPr>
            <a:lvl2pPr marL="517525" indent="-233363" algn="l" defTabSz="914400" rtl="0" eaLnBrk="1" latinLnBrk="0" hangingPunct="1">
              <a:lnSpc>
                <a:spcPct val="100000"/>
              </a:lnSpc>
              <a:spcBef>
                <a:spcPts val="0"/>
              </a:spcBef>
              <a:spcAft>
                <a:spcPts val="1000"/>
              </a:spcAft>
              <a:buFont typeface="ServiceNow Sans" panose="020B0504040101010104" pitchFamily="34" charset="0"/>
              <a:buChar char="•"/>
              <a:defRPr sz="1600" b="0" i="0" spc="0" baseline="0">
                <a:solidFill>
                  <a:schemeClr val="tx1"/>
                </a:solidFill>
                <a:latin typeface="+mn-lt"/>
                <a:ea typeface="+mn-ea"/>
                <a:cs typeface="ServiceNow Sans Light" panose="020B0404040101010104" pitchFamily="34" charset="77"/>
              </a:defRPr>
            </a:lvl2pPr>
            <a:lvl3pPr marL="800100" indent="-227013" algn="l" defTabSz="914400" rtl="0" eaLnBrk="1" latinLnBrk="0" hangingPunct="1">
              <a:lnSpc>
                <a:spcPct val="100000"/>
              </a:lnSpc>
              <a:spcBef>
                <a:spcPts val="0"/>
              </a:spcBef>
              <a:spcAft>
                <a:spcPts val="1000"/>
              </a:spcAft>
              <a:buFont typeface="ServiceNow Sans" panose="020B0504040101010104" pitchFamily="34" charset="0"/>
              <a:buChar char="•"/>
              <a:defRPr sz="1400" b="0" i="0" spc="0" baseline="0">
                <a:solidFill>
                  <a:schemeClr val="tx1"/>
                </a:solidFill>
                <a:latin typeface="+mn-lt"/>
                <a:ea typeface="+mn-ea"/>
                <a:cs typeface="ServiceNow Sans Light" panose="020B0404040101010104" pitchFamily="34" charset="77"/>
              </a:defRPr>
            </a:lvl3pPr>
            <a:lvl4pPr marL="0" indent="0" algn="l" defTabSz="914400" rtl="0" eaLnBrk="1" latinLnBrk="0" hangingPunct="1">
              <a:lnSpc>
                <a:spcPct val="100000"/>
              </a:lnSpc>
              <a:spcBef>
                <a:spcPts val="0"/>
              </a:spcBef>
              <a:spcAft>
                <a:spcPts val="1000"/>
              </a:spcAft>
              <a:buFont typeface="ServiceNow Sans" panose="020B0504040101010104" pitchFamily="34" charset="0"/>
              <a:buChar char="​"/>
              <a:defRPr lang="en-US" sz="1900" b="0" i="0" spc="0" baseline="0" dirty="0">
                <a:solidFill>
                  <a:schemeClr val="tx2"/>
                </a:solidFill>
                <a:latin typeface="ServiceNow Sans Medium" panose="020B0704040101010104" pitchFamily="34" charset="0"/>
                <a:ea typeface="+mn-ea"/>
                <a:cs typeface="ServiceNow Sans Medium" panose="020B0704040101010104" pitchFamily="34" charset="0"/>
              </a:defRPr>
            </a:lvl4pPr>
            <a:lvl5pPr marL="0" indent="0" algn="l" defTabSz="914400" rtl="0" eaLnBrk="1" latinLnBrk="0" hangingPunct="1">
              <a:lnSpc>
                <a:spcPct val="100000"/>
              </a:lnSpc>
              <a:spcBef>
                <a:spcPts val="0"/>
              </a:spcBef>
              <a:spcAft>
                <a:spcPts val="1000"/>
              </a:spcAft>
              <a:buFont typeface="ServiceNow Sans" panose="020B0504040101010104" pitchFamily="34" charset="0"/>
              <a:buChar char="​"/>
              <a:defRPr sz="1900" b="0" i="0" spc="0" baseline="0">
                <a:solidFill>
                  <a:schemeClr val="accent1"/>
                </a:solidFill>
                <a:latin typeface="ServiceNow Sans Medium" panose="020B0704040101010104" pitchFamily="34" charset="0"/>
                <a:ea typeface="+mn-ea"/>
                <a:cs typeface="ServiceNow Sans Medium" panose="020B0704040101010104" pitchFamily="34" charset="0"/>
              </a:defRPr>
            </a:lvl5pPr>
            <a:lvl6pPr marL="0" indent="0" algn="l" defTabSz="914400" rtl="0" eaLnBrk="1" latinLnBrk="0" hangingPunct="1">
              <a:lnSpc>
                <a:spcPct val="100000"/>
              </a:lnSpc>
              <a:spcBef>
                <a:spcPts val="0"/>
              </a:spcBef>
              <a:spcAft>
                <a:spcPts val="1000"/>
              </a:spcAft>
              <a:buFont typeface="ServiceNow Sans" panose="020B0504040101010104" pitchFamily="34" charset="0"/>
              <a:buChar char="​"/>
              <a:defRPr sz="1800" b="1" i="0">
                <a:solidFill>
                  <a:schemeClr val="tx2"/>
                </a:solidFill>
                <a:latin typeface="ServiceNow Sans Display Bold" panose="020B0504040101010104" pitchFamily="34" charset="77"/>
                <a:ea typeface="+mn-ea"/>
                <a:cs typeface="ServiceNow Sans Display Bold" panose="020B0504040101010104" pitchFamily="34" charset="77"/>
              </a:defRPr>
            </a:lvl6pPr>
            <a:lvl7pPr marL="285750" indent="-285750" algn="l" defTabSz="914400" rtl="0" eaLnBrk="1" latinLnBrk="0" hangingPunct="1">
              <a:lnSpc>
                <a:spcPct val="90000"/>
              </a:lnSpc>
              <a:spcBef>
                <a:spcPts val="500"/>
              </a:spcBef>
              <a:buFont typeface="ServiceNow Sans" panose="020B0504040101010104" pitchFamily="34" charset="0"/>
              <a:buChar char="•"/>
              <a:defRPr sz="1800">
                <a:solidFill>
                  <a:schemeClr val="tx1"/>
                </a:solidFill>
                <a:latin typeface="+mn-lt"/>
                <a:ea typeface="+mn-ea"/>
                <a:cs typeface="+mn-cs"/>
              </a:defRPr>
            </a:lvl7pPr>
            <a:lvl8pPr marL="285750" indent="-285750" algn="l" defTabSz="914400" rtl="0" eaLnBrk="1" latinLnBrk="0" hangingPunct="1">
              <a:lnSpc>
                <a:spcPct val="90000"/>
              </a:lnSpc>
              <a:spcBef>
                <a:spcPts val="500"/>
              </a:spcBef>
              <a:buFont typeface="ServiceNow Sans" panose="020B0504040101010104" pitchFamily="34" charset="0"/>
              <a:buChar char="•"/>
              <a:defRPr sz="1800">
                <a:solidFill>
                  <a:schemeClr val="tx1"/>
                </a:solidFill>
                <a:latin typeface="+mn-lt"/>
                <a:ea typeface="+mn-ea"/>
                <a:cs typeface="+mn-cs"/>
              </a:defRPr>
            </a:lvl8pPr>
            <a:lvl9pPr marL="285750" indent="-285750" algn="l" defTabSz="914400" rtl="0" eaLnBrk="1" latinLnBrk="0" hangingPunct="1">
              <a:lnSpc>
                <a:spcPct val="90000"/>
              </a:lnSpc>
              <a:spcBef>
                <a:spcPts val="500"/>
              </a:spcBef>
              <a:buFont typeface="ServiceNow Sans" panose="020B0504040101010104" pitchFamily="34" charset="0"/>
              <a:buChar char="•"/>
              <a:defRPr sz="1800">
                <a:solidFill>
                  <a:schemeClr val="tx1"/>
                </a:solidFill>
                <a:latin typeface="+mn-lt"/>
                <a:ea typeface="+mn-ea"/>
                <a:cs typeface="+mn-cs"/>
              </a:defRPr>
            </a:lvl9pPr>
          </a:lstStyle>
          <a:p>
            <a:pPr>
              <a:spcAft>
                <a:spcPts val="300"/>
              </a:spcAft>
            </a:pPr>
            <a:r>
              <a:rPr lang="en-US" sz="1200">
                <a:solidFill>
                  <a:schemeClr val="bg1"/>
                </a:solidFill>
              </a:rPr>
              <a:t>ServiceNow Sans Light</a:t>
            </a:r>
          </a:p>
        </p:txBody>
      </p:sp>
      <p:pic>
        <p:nvPicPr>
          <p:cNvPr id="19" name="Picture 18" descr="A black background with white letters&#10;&#10;AI-generated content may be incorrect.">
            <a:extLst>
              <a:ext uri="{FF2B5EF4-FFF2-40B4-BE49-F238E27FC236}">
                <a16:creationId xmlns:a16="http://schemas.microsoft.com/office/drawing/2014/main" id="{F789CE90-9CCE-4CF0-BA07-FED021B8F3BA}"/>
              </a:ext>
            </a:extLst>
          </p:cNvPr>
          <p:cNvPicPr>
            <a:picLocks noGrp="1" noRot="1" noChangeAspect="1" noMove="1" noResize="1" noEditPoints="1" noAdjustHandles="1" noChangeArrowheads="1" noChangeShapeType="1" noCrop="1"/>
          </p:cNvPicPr>
          <p:nvPr/>
        </p:nvPicPr>
        <p:blipFill>
          <a:blip r:embed="rId4" cstate="screen">
            <a:extLst>
              <a:ext uri="{28A0092B-C50C-407E-A947-70E740481C1C}">
                <a14:useLocalDpi xmlns:a14="http://schemas.microsoft.com/office/drawing/2010/main"/>
              </a:ext>
            </a:extLst>
          </a:blip>
          <a:srcRect/>
          <a:stretch>
            <a:fillRect/>
          </a:stretch>
        </p:blipFill>
        <p:spPr>
          <a:xfrm>
            <a:off x="3685741" y="4307502"/>
            <a:ext cx="1957776" cy="1519662"/>
          </a:xfrm>
          <a:prstGeom prst="rect">
            <a:avLst/>
          </a:prstGeom>
        </p:spPr>
      </p:pic>
      <p:sp>
        <p:nvSpPr>
          <p:cNvPr id="23" name="Subtitle 11">
            <a:extLst>
              <a:ext uri="{FF2B5EF4-FFF2-40B4-BE49-F238E27FC236}">
                <a16:creationId xmlns:a16="http://schemas.microsoft.com/office/drawing/2014/main" id="{A8E90EBF-C801-9BAC-A9E5-A3333B8953EE}"/>
              </a:ext>
              <a:ext uri="{C183D7F6-B498-43B3-948B-1728B52AA6E4}">
                <adec:decorative xmlns:adec="http://schemas.microsoft.com/office/drawing/2017/decorative" val="0"/>
              </a:ext>
            </a:extLst>
          </p:cNvPr>
          <p:cNvSpPr txBox="1">
            <a:spLocks noGrp="1" noRot="1" noMove="1" noResize="1" noEditPoints="1" noAdjustHandles="1" noChangeArrowheads="1" noChangeShapeType="1"/>
          </p:cNvSpPr>
          <p:nvPr/>
        </p:nvSpPr>
        <p:spPr>
          <a:xfrm>
            <a:off x="7908839" y="2418250"/>
            <a:ext cx="2240796" cy="718192"/>
          </a:xfrm>
          <a:prstGeom prst="rect">
            <a:avLst/>
          </a:prstGeom>
        </p:spPr>
        <p:txBody>
          <a:bodyPr lIns="0" tIns="0" rIns="0" bIns="0"/>
          <a:lstStyle>
            <a:lvl1pPr marL="0" indent="0" algn="l" defTabSz="914400" rtl="0" eaLnBrk="1" latinLnBrk="0" hangingPunct="1">
              <a:lnSpc>
                <a:spcPct val="100000"/>
              </a:lnSpc>
              <a:spcBef>
                <a:spcPts val="0"/>
              </a:spcBef>
              <a:spcAft>
                <a:spcPts val="1000"/>
              </a:spcAft>
              <a:buFont typeface="ServiceNow Sans" panose="020B0504040101010104" pitchFamily="34" charset="0"/>
              <a:buChar char="​"/>
              <a:defRPr lang="en-US" sz="1800" b="0" i="0" spc="0" baseline="0" dirty="0">
                <a:solidFill>
                  <a:schemeClr val="tx1"/>
                </a:solidFill>
                <a:latin typeface="+mn-lt"/>
                <a:ea typeface="+mn-ea"/>
                <a:cs typeface="ServiceNow Sans Light" panose="020B0404040101010104" pitchFamily="34" charset="77"/>
              </a:defRPr>
            </a:lvl1pPr>
            <a:lvl2pPr marL="517525" indent="-233363" algn="l" defTabSz="914400" rtl="0" eaLnBrk="1" latinLnBrk="0" hangingPunct="1">
              <a:lnSpc>
                <a:spcPct val="100000"/>
              </a:lnSpc>
              <a:spcBef>
                <a:spcPts val="0"/>
              </a:spcBef>
              <a:spcAft>
                <a:spcPts val="1000"/>
              </a:spcAft>
              <a:buFont typeface="ServiceNow Sans" panose="020B0504040101010104" pitchFamily="34" charset="0"/>
              <a:buChar char="•"/>
              <a:defRPr sz="1600" b="0" i="0" spc="0" baseline="0">
                <a:solidFill>
                  <a:schemeClr val="tx1"/>
                </a:solidFill>
                <a:latin typeface="+mn-lt"/>
                <a:ea typeface="+mn-ea"/>
                <a:cs typeface="ServiceNow Sans Light" panose="020B0404040101010104" pitchFamily="34" charset="77"/>
              </a:defRPr>
            </a:lvl2pPr>
            <a:lvl3pPr marL="800100" indent="-227013" algn="l" defTabSz="914400" rtl="0" eaLnBrk="1" latinLnBrk="0" hangingPunct="1">
              <a:lnSpc>
                <a:spcPct val="100000"/>
              </a:lnSpc>
              <a:spcBef>
                <a:spcPts val="0"/>
              </a:spcBef>
              <a:spcAft>
                <a:spcPts val="1000"/>
              </a:spcAft>
              <a:buFont typeface="ServiceNow Sans" panose="020B0504040101010104" pitchFamily="34" charset="0"/>
              <a:buChar char="•"/>
              <a:defRPr sz="1400" b="0" i="0" spc="0" baseline="0">
                <a:solidFill>
                  <a:schemeClr val="tx1"/>
                </a:solidFill>
                <a:latin typeface="+mn-lt"/>
                <a:ea typeface="+mn-ea"/>
                <a:cs typeface="ServiceNow Sans Light" panose="020B0404040101010104" pitchFamily="34" charset="77"/>
              </a:defRPr>
            </a:lvl3pPr>
            <a:lvl4pPr marL="0" indent="0" algn="l" defTabSz="914400" rtl="0" eaLnBrk="1" latinLnBrk="0" hangingPunct="1">
              <a:lnSpc>
                <a:spcPct val="100000"/>
              </a:lnSpc>
              <a:spcBef>
                <a:spcPts val="0"/>
              </a:spcBef>
              <a:spcAft>
                <a:spcPts val="1000"/>
              </a:spcAft>
              <a:buFont typeface="ServiceNow Sans" panose="020B0504040101010104" pitchFamily="34" charset="0"/>
              <a:buChar char="​"/>
              <a:defRPr lang="en-US" sz="1900" b="0" i="0" spc="0" baseline="0" dirty="0">
                <a:solidFill>
                  <a:schemeClr val="tx2"/>
                </a:solidFill>
                <a:latin typeface="ServiceNow Sans Medium" panose="020B0704040101010104" pitchFamily="34" charset="0"/>
                <a:ea typeface="+mn-ea"/>
                <a:cs typeface="ServiceNow Sans Medium" panose="020B0704040101010104" pitchFamily="34" charset="0"/>
              </a:defRPr>
            </a:lvl4pPr>
            <a:lvl5pPr marL="0" indent="0" algn="l" defTabSz="914400" rtl="0" eaLnBrk="1" latinLnBrk="0" hangingPunct="1">
              <a:lnSpc>
                <a:spcPct val="100000"/>
              </a:lnSpc>
              <a:spcBef>
                <a:spcPts val="0"/>
              </a:spcBef>
              <a:spcAft>
                <a:spcPts val="1000"/>
              </a:spcAft>
              <a:buFont typeface="ServiceNow Sans" panose="020B0504040101010104" pitchFamily="34" charset="0"/>
              <a:buChar char="​"/>
              <a:defRPr sz="1900" b="0" i="0" spc="0" baseline="0">
                <a:solidFill>
                  <a:schemeClr val="accent1"/>
                </a:solidFill>
                <a:latin typeface="ServiceNow Sans Medium" panose="020B0704040101010104" pitchFamily="34" charset="0"/>
                <a:ea typeface="+mn-ea"/>
                <a:cs typeface="ServiceNow Sans Medium" panose="020B0704040101010104" pitchFamily="34" charset="0"/>
              </a:defRPr>
            </a:lvl5pPr>
            <a:lvl6pPr marL="0" indent="0" algn="l" defTabSz="914400" rtl="0" eaLnBrk="1" latinLnBrk="0" hangingPunct="1">
              <a:lnSpc>
                <a:spcPct val="100000"/>
              </a:lnSpc>
              <a:spcBef>
                <a:spcPts val="0"/>
              </a:spcBef>
              <a:spcAft>
                <a:spcPts val="1000"/>
              </a:spcAft>
              <a:buFont typeface="ServiceNow Sans" panose="020B0504040101010104" pitchFamily="34" charset="0"/>
              <a:buChar char="​"/>
              <a:defRPr sz="1800" b="1" i="0">
                <a:solidFill>
                  <a:schemeClr val="tx2"/>
                </a:solidFill>
                <a:latin typeface="ServiceNow Sans Display Bold" panose="020B0504040101010104" pitchFamily="34" charset="77"/>
                <a:ea typeface="+mn-ea"/>
                <a:cs typeface="ServiceNow Sans Display Bold" panose="020B0504040101010104" pitchFamily="34" charset="77"/>
              </a:defRPr>
            </a:lvl6pPr>
            <a:lvl7pPr marL="285750" indent="-285750" algn="l" defTabSz="914400" rtl="0" eaLnBrk="1" latinLnBrk="0" hangingPunct="1">
              <a:lnSpc>
                <a:spcPct val="90000"/>
              </a:lnSpc>
              <a:spcBef>
                <a:spcPts val="500"/>
              </a:spcBef>
              <a:buFont typeface="ServiceNow Sans" panose="020B0504040101010104" pitchFamily="34" charset="0"/>
              <a:buChar char="•"/>
              <a:defRPr sz="1800">
                <a:solidFill>
                  <a:schemeClr val="tx1"/>
                </a:solidFill>
                <a:latin typeface="+mn-lt"/>
                <a:ea typeface="+mn-ea"/>
                <a:cs typeface="+mn-cs"/>
              </a:defRPr>
            </a:lvl7pPr>
            <a:lvl8pPr marL="285750" indent="-285750" algn="l" defTabSz="914400" rtl="0" eaLnBrk="1" latinLnBrk="0" hangingPunct="1">
              <a:lnSpc>
                <a:spcPct val="90000"/>
              </a:lnSpc>
              <a:spcBef>
                <a:spcPts val="500"/>
              </a:spcBef>
              <a:buFont typeface="ServiceNow Sans" panose="020B0504040101010104" pitchFamily="34" charset="0"/>
              <a:buChar char="•"/>
              <a:defRPr sz="1800">
                <a:solidFill>
                  <a:schemeClr val="tx1"/>
                </a:solidFill>
                <a:latin typeface="+mn-lt"/>
                <a:ea typeface="+mn-ea"/>
                <a:cs typeface="+mn-cs"/>
              </a:defRPr>
            </a:lvl8pPr>
            <a:lvl9pPr marL="285750" indent="-285750" algn="l" defTabSz="914400" rtl="0" eaLnBrk="1" latinLnBrk="0" hangingPunct="1">
              <a:lnSpc>
                <a:spcPct val="90000"/>
              </a:lnSpc>
              <a:spcBef>
                <a:spcPts val="500"/>
              </a:spcBef>
              <a:buFont typeface="ServiceNow Sans" panose="020B0504040101010104" pitchFamily="34" charset="0"/>
              <a:buChar char="•"/>
              <a:defRPr sz="1800">
                <a:solidFill>
                  <a:schemeClr val="tx1"/>
                </a:solidFill>
                <a:latin typeface="+mn-lt"/>
                <a:ea typeface="+mn-ea"/>
                <a:cs typeface="+mn-cs"/>
              </a:defRPr>
            </a:lvl9pPr>
          </a:lstStyle>
          <a:p>
            <a:pPr>
              <a:spcAft>
                <a:spcPts val="900"/>
              </a:spcAft>
            </a:pPr>
            <a:r>
              <a:rPr lang="en-US">
                <a:solidFill>
                  <a:schemeClr val="bg1"/>
                </a:solidFill>
                <a:latin typeface="ServiceNow Sans Medium" panose="020B0504040101010104" pitchFamily="34" charset="77"/>
              </a:rPr>
              <a:t>Do both rows look the same?</a:t>
            </a:r>
          </a:p>
        </p:txBody>
      </p:sp>
      <p:grpSp>
        <p:nvGrpSpPr>
          <p:cNvPr id="24" name="Group 23">
            <a:extLst>
              <a:ext uri="{FF2B5EF4-FFF2-40B4-BE49-F238E27FC236}">
                <a16:creationId xmlns:a16="http://schemas.microsoft.com/office/drawing/2014/main" id="{1B2257AF-E625-9D2B-0BF4-53EAE32358BB}"/>
              </a:ext>
            </a:extLst>
          </p:cNvPr>
          <p:cNvGrpSpPr>
            <a:grpSpLocks noGrp="1" noUngrp="1" noRot="1" noMove="1" noResize="1"/>
          </p:cNvGrpSpPr>
          <p:nvPr/>
        </p:nvGrpSpPr>
        <p:grpSpPr>
          <a:xfrm>
            <a:off x="7927006" y="3300199"/>
            <a:ext cx="242220" cy="245425"/>
            <a:chOff x="549973" y="5293518"/>
            <a:chExt cx="242220" cy="242220"/>
          </a:xfrm>
        </p:grpSpPr>
        <p:sp>
          <p:nvSpPr>
            <p:cNvPr id="25" name="Oval 24">
              <a:extLst>
                <a:ext uri="{FF2B5EF4-FFF2-40B4-BE49-F238E27FC236}">
                  <a16:creationId xmlns:a16="http://schemas.microsoft.com/office/drawing/2014/main" id="{8816A066-A28E-7197-3597-E80F792B4331}"/>
                </a:ext>
              </a:extLst>
            </p:cNvPr>
            <p:cNvSpPr>
              <a:spLocks noGrp="1" noRot="1" noMove="1" noResize="1" noEditPoints="1" noAdjustHandles="1" noChangeArrowheads="1" noChangeShapeType="1"/>
            </p:cNvSpPr>
            <p:nvPr/>
          </p:nvSpPr>
          <p:spPr>
            <a:xfrm>
              <a:off x="549973" y="5293518"/>
              <a:ext cx="242220" cy="242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bg2"/>
                </a:solidFill>
              </a:endParaRPr>
            </a:p>
          </p:txBody>
        </p:sp>
        <p:sp>
          <p:nvSpPr>
            <p:cNvPr id="26" name="Freeform: Shape 378">
              <a:extLst>
                <a:ext uri="{FF2B5EF4-FFF2-40B4-BE49-F238E27FC236}">
                  <a16:creationId xmlns:a16="http://schemas.microsoft.com/office/drawing/2014/main" id="{493E43FA-072F-7542-D155-13E6B4F8F7A3}"/>
                </a:ext>
              </a:extLst>
            </p:cNvPr>
            <p:cNvSpPr>
              <a:spLocks noGrp="1" noRot="1" noChangeAspect="1" noMove="1" noResize="1" noEditPoints="1" noAdjustHandles="1" noChangeArrowheads="1" noChangeShapeType="1"/>
            </p:cNvSpPr>
            <p:nvPr/>
          </p:nvSpPr>
          <p:spPr>
            <a:xfrm>
              <a:off x="592613" y="5361118"/>
              <a:ext cx="156941" cy="107762"/>
            </a:xfrm>
            <a:custGeom>
              <a:avLst/>
              <a:gdLst>
                <a:gd name="connsiteX0" fmla="*/ 151967 w 440747"/>
                <a:gd name="connsiteY0" fmla="*/ 302635 h 302635"/>
                <a:gd name="connsiteX1" fmla="*/ 142442 w 440747"/>
                <a:gd name="connsiteY1" fmla="*/ 299172 h 302635"/>
                <a:gd name="connsiteX2" fmla="*/ 3897 w 440747"/>
                <a:gd name="connsiteY2" fmla="*/ 160626 h 302635"/>
                <a:gd name="connsiteX3" fmla="*/ 3897 w 440747"/>
                <a:gd name="connsiteY3" fmla="*/ 142442 h 302635"/>
                <a:gd name="connsiteX4" fmla="*/ 22081 w 440747"/>
                <a:gd name="connsiteY4" fmla="*/ 142442 h 302635"/>
                <a:gd name="connsiteX5" fmla="*/ 151101 w 440747"/>
                <a:gd name="connsiteY5" fmla="*/ 271463 h 302635"/>
                <a:gd name="connsiteX6" fmla="*/ 418667 w 440747"/>
                <a:gd name="connsiteY6" fmla="*/ 3897 h 302635"/>
                <a:gd name="connsiteX7" fmla="*/ 436851 w 440747"/>
                <a:gd name="connsiteY7" fmla="*/ 3897 h 302635"/>
                <a:gd name="connsiteX8" fmla="*/ 436851 w 440747"/>
                <a:gd name="connsiteY8" fmla="*/ 22081 h 302635"/>
                <a:gd name="connsiteX9" fmla="*/ 159760 w 440747"/>
                <a:gd name="connsiteY9" fmla="*/ 299172 h 302635"/>
                <a:gd name="connsiteX10" fmla="*/ 151967 w 440747"/>
                <a:gd name="connsiteY10" fmla="*/ 302635 h 302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0747" h="302635">
                  <a:moveTo>
                    <a:pt x="151967" y="302635"/>
                  </a:moveTo>
                  <a:cubicBezTo>
                    <a:pt x="148503" y="302635"/>
                    <a:pt x="145040" y="301769"/>
                    <a:pt x="142442" y="299172"/>
                  </a:cubicBezTo>
                  <a:lnTo>
                    <a:pt x="3897" y="160626"/>
                  </a:lnTo>
                  <a:cubicBezTo>
                    <a:pt x="-1299" y="155431"/>
                    <a:pt x="-1299" y="147637"/>
                    <a:pt x="3897" y="142442"/>
                  </a:cubicBezTo>
                  <a:cubicBezTo>
                    <a:pt x="9092" y="137247"/>
                    <a:pt x="16885" y="137247"/>
                    <a:pt x="22081" y="142442"/>
                  </a:cubicBezTo>
                  <a:lnTo>
                    <a:pt x="151101" y="271463"/>
                  </a:lnTo>
                  <a:lnTo>
                    <a:pt x="418667" y="3897"/>
                  </a:lnTo>
                  <a:cubicBezTo>
                    <a:pt x="423863" y="-1299"/>
                    <a:pt x="431656" y="-1299"/>
                    <a:pt x="436851" y="3897"/>
                  </a:cubicBezTo>
                  <a:cubicBezTo>
                    <a:pt x="442047" y="9092"/>
                    <a:pt x="442047" y="16885"/>
                    <a:pt x="436851" y="22081"/>
                  </a:cubicBezTo>
                  <a:lnTo>
                    <a:pt x="159760" y="299172"/>
                  </a:lnTo>
                  <a:cubicBezTo>
                    <a:pt x="158894" y="300903"/>
                    <a:pt x="155431" y="302635"/>
                    <a:pt x="151967" y="302635"/>
                  </a:cubicBezTo>
                  <a:close/>
                </a:path>
              </a:pathLst>
            </a:custGeom>
            <a:solidFill>
              <a:schemeClr val="tx1"/>
            </a:solidFill>
            <a:ln w="5080" cap="flat">
              <a:solidFill>
                <a:schemeClr val="tx1"/>
              </a:solidFill>
              <a:prstDash val="solid"/>
              <a:miter/>
            </a:ln>
          </p:spPr>
          <p:txBody>
            <a:bodyPr rtlCol="0" anchor="ctr"/>
            <a:lstStyle/>
            <a:p>
              <a:endParaRPr lang="en-US"/>
            </a:p>
          </p:txBody>
        </p:sp>
      </p:grpSp>
      <p:grpSp>
        <p:nvGrpSpPr>
          <p:cNvPr id="27" name="Group 26">
            <a:extLst>
              <a:ext uri="{FF2B5EF4-FFF2-40B4-BE49-F238E27FC236}">
                <a16:creationId xmlns:a16="http://schemas.microsoft.com/office/drawing/2014/main" id="{70F8C4D9-C76F-AAB5-9459-88A8D1DA81FF}"/>
              </a:ext>
            </a:extLst>
          </p:cNvPr>
          <p:cNvGrpSpPr>
            <a:grpSpLocks noGrp="1" noUngrp="1" noRot="1" noMove="1" noResize="1"/>
          </p:cNvGrpSpPr>
          <p:nvPr/>
        </p:nvGrpSpPr>
        <p:grpSpPr>
          <a:xfrm>
            <a:off x="9725656" y="3322198"/>
            <a:ext cx="252519" cy="242219"/>
            <a:chOff x="549973" y="5662381"/>
            <a:chExt cx="242219" cy="242219"/>
          </a:xfrm>
        </p:grpSpPr>
        <p:sp>
          <p:nvSpPr>
            <p:cNvPr id="30" name="Oval 29">
              <a:extLst>
                <a:ext uri="{FF2B5EF4-FFF2-40B4-BE49-F238E27FC236}">
                  <a16:creationId xmlns:a16="http://schemas.microsoft.com/office/drawing/2014/main" id="{286B39AD-B06B-8DD7-3FB1-33E11CC662C2}"/>
                </a:ext>
              </a:extLst>
            </p:cNvPr>
            <p:cNvSpPr>
              <a:spLocks noGrp="1" noRot="1" noMove="1" noResize="1" noEditPoints="1" noAdjustHandles="1" noChangeArrowheads="1" noChangeShapeType="1"/>
            </p:cNvSpPr>
            <p:nvPr/>
          </p:nvSpPr>
          <p:spPr>
            <a:xfrm>
              <a:off x="549973" y="5662381"/>
              <a:ext cx="242219" cy="242219"/>
            </a:xfrm>
            <a:prstGeom prst="ellipse">
              <a:avLst/>
            </a:prstGeom>
            <a:solidFill>
              <a:srgbClr val="FFBC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bg2"/>
                </a:solidFill>
              </a:endParaRPr>
            </a:p>
          </p:txBody>
        </p:sp>
        <p:sp>
          <p:nvSpPr>
            <p:cNvPr id="31" name="Freeform: Shape 161">
              <a:extLst>
                <a:ext uri="{FF2B5EF4-FFF2-40B4-BE49-F238E27FC236}">
                  <a16:creationId xmlns:a16="http://schemas.microsoft.com/office/drawing/2014/main" id="{43D84D3A-B0A7-A535-CED7-609A31A087F6}"/>
                </a:ext>
              </a:extLst>
            </p:cNvPr>
            <p:cNvSpPr>
              <a:spLocks noGrp="1" noRot="1" noChangeAspect="1" noMove="1" noResize="1" noEditPoints="1" noAdjustHandles="1" noChangeArrowheads="1" noChangeShapeType="1"/>
            </p:cNvSpPr>
            <p:nvPr/>
          </p:nvSpPr>
          <p:spPr>
            <a:xfrm>
              <a:off x="616970" y="5729763"/>
              <a:ext cx="108225" cy="107454"/>
            </a:xfrm>
            <a:custGeom>
              <a:avLst/>
              <a:gdLst>
                <a:gd name="connsiteX0" fmla="*/ 169285 w 303934"/>
                <a:gd name="connsiteY0" fmla="*/ 151101 h 301769"/>
                <a:gd name="connsiteX1" fmla="*/ 298306 w 303934"/>
                <a:gd name="connsiteY1" fmla="*/ 22081 h 301769"/>
                <a:gd name="connsiteX2" fmla="*/ 298306 w 303934"/>
                <a:gd name="connsiteY2" fmla="*/ 3897 h 301769"/>
                <a:gd name="connsiteX3" fmla="*/ 280122 w 303934"/>
                <a:gd name="connsiteY3" fmla="*/ 3897 h 301769"/>
                <a:gd name="connsiteX4" fmla="*/ 151101 w 303934"/>
                <a:gd name="connsiteY4" fmla="*/ 132917 h 301769"/>
                <a:gd name="connsiteX5" fmla="*/ 22081 w 303934"/>
                <a:gd name="connsiteY5" fmla="*/ 3897 h 301769"/>
                <a:gd name="connsiteX6" fmla="*/ 3897 w 303934"/>
                <a:gd name="connsiteY6" fmla="*/ 3897 h 301769"/>
                <a:gd name="connsiteX7" fmla="*/ 3897 w 303934"/>
                <a:gd name="connsiteY7" fmla="*/ 22081 h 301769"/>
                <a:gd name="connsiteX8" fmla="*/ 132917 w 303934"/>
                <a:gd name="connsiteY8" fmla="*/ 151101 h 301769"/>
                <a:gd name="connsiteX9" fmla="*/ 3897 w 303934"/>
                <a:gd name="connsiteY9" fmla="*/ 280122 h 301769"/>
                <a:gd name="connsiteX10" fmla="*/ 3897 w 303934"/>
                <a:gd name="connsiteY10" fmla="*/ 298306 h 301769"/>
                <a:gd name="connsiteX11" fmla="*/ 13422 w 303934"/>
                <a:gd name="connsiteY11" fmla="*/ 301769 h 301769"/>
                <a:gd name="connsiteX12" fmla="*/ 22946 w 303934"/>
                <a:gd name="connsiteY12" fmla="*/ 298306 h 301769"/>
                <a:gd name="connsiteX13" fmla="*/ 151967 w 303934"/>
                <a:gd name="connsiteY13" fmla="*/ 169285 h 301769"/>
                <a:gd name="connsiteX14" fmla="*/ 280988 w 303934"/>
                <a:gd name="connsiteY14" fmla="*/ 298306 h 301769"/>
                <a:gd name="connsiteX15" fmla="*/ 290513 w 303934"/>
                <a:gd name="connsiteY15" fmla="*/ 301769 h 301769"/>
                <a:gd name="connsiteX16" fmla="*/ 300037 w 303934"/>
                <a:gd name="connsiteY16" fmla="*/ 298306 h 301769"/>
                <a:gd name="connsiteX17" fmla="*/ 300037 w 303934"/>
                <a:gd name="connsiteY17" fmla="*/ 280122 h 301769"/>
                <a:gd name="connsiteX18" fmla="*/ 169285 w 303934"/>
                <a:gd name="connsiteY18" fmla="*/ 151101 h 301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3934" h="301769">
                  <a:moveTo>
                    <a:pt x="169285" y="151101"/>
                  </a:moveTo>
                  <a:lnTo>
                    <a:pt x="298306" y="22081"/>
                  </a:lnTo>
                  <a:cubicBezTo>
                    <a:pt x="303501" y="16885"/>
                    <a:pt x="303501" y="9092"/>
                    <a:pt x="298306" y="3897"/>
                  </a:cubicBezTo>
                  <a:cubicBezTo>
                    <a:pt x="293110" y="-1299"/>
                    <a:pt x="285317" y="-1299"/>
                    <a:pt x="280122" y="3897"/>
                  </a:cubicBezTo>
                  <a:lnTo>
                    <a:pt x="151101" y="132917"/>
                  </a:lnTo>
                  <a:lnTo>
                    <a:pt x="22081" y="3897"/>
                  </a:lnTo>
                  <a:cubicBezTo>
                    <a:pt x="16885" y="-1299"/>
                    <a:pt x="9092" y="-1299"/>
                    <a:pt x="3897" y="3897"/>
                  </a:cubicBezTo>
                  <a:cubicBezTo>
                    <a:pt x="-1299" y="9092"/>
                    <a:pt x="-1299" y="16885"/>
                    <a:pt x="3897" y="22081"/>
                  </a:cubicBezTo>
                  <a:lnTo>
                    <a:pt x="132917" y="151101"/>
                  </a:lnTo>
                  <a:lnTo>
                    <a:pt x="3897" y="280122"/>
                  </a:lnTo>
                  <a:cubicBezTo>
                    <a:pt x="-1299" y="285317"/>
                    <a:pt x="-1299" y="293110"/>
                    <a:pt x="3897" y="298306"/>
                  </a:cubicBezTo>
                  <a:cubicBezTo>
                    <a:pt x="6494" y="300903"/>
                    <a:pt x="9958" y="301769"/>
                    <a:pt x="13422" y="301769"/>
                  </a:cubicBezTo>
                  <a:cubicBezTo>
                    <a:pt x="16885" y="301769"/>
                    <a:pt x="20349" y="300903"/>
                    <a:pt x="22946" y="298306"/>
                  </a:cubicBezTo>
                  <a:lnTo>
                    <a:pt x="151967" y="169285"/>
                  </a:lnTo>
                  <a:lnTo>
                    <a:pt x="280988" y="298306"/>
                  </a:lnTo>
                  <a:cubicBezTo>
                    <a:pt x="283585" y="300903"/>
                    <a:pt x="287049" y="301769"/>
                    <a:pt x="290513" y="301769"/>
                  </a:cubicBezTo>
                  <a:cubicBezTo>
                    <a:pt x="293976" y="301769"/>
                    <a:pt x="297440" y="300903"/>
                    <a:pt x="300037" y="298306"/>
                  </a:cubicBezTo>
                  <a:cubicBezTo>
                    <a:pt x="305233" y="293110"/>
                    <a:pt x="305233" y="285317"/>
                    <a:pt x="300037" y="280122"/>
                  </a:cubicBezTo>
                  <a:lnTo>
                    <a:pt x="169285" y="151101"/>
                  </a:lnTo>
                  <a:close/>
                </a:path>
              </a:pathLst>
            </a:custGeom>
            <a:solidFill>
              <a:schemeClr val="tx1"/>
            </a:solidFill>
            <a:ln w="5080" cap="flat">
              <a:solidFill>
                <a:schemeClr val="tx1"/>
              </a:solidFill>
              <a:prstDash val="solid"/>
              <a:miter/>
            </a:ln>
          </p:spPr>
          <p:txBody>
            <a:bodyPr rtlCol="0" anchor="ctr"/>
            <a:lstStyle/>
            <a:p>
              <a:endParaRPr lang="en-US"/>
            </a:p>
          </p:txBody>
        </p:sp>
      </p:grpSp>
      <p:cxnSp>
        <p:nvCxnSpPr>
          <p:cNvPr id="42" name="Straight Connector 41">
            <a:extLst>
              <a:ext uri="{FF2B5EF4-FFF2-40B4-BE49-F238E27FC236}">
                <a16:creationId xmlns:a16="http://schemas.microsoft.com/office/drawing/2014/main" id="{1E117CE2-C428-0866-C2B7-087CCE9ADFF8}"/>
              </a:ext>
            </a:extLst>
          </p:cNvPr>
          <p:cNvCxnSpPr>
            <a:cxnSpLocks noGrp="1" noRot="1" noMove="1" noResize="1" noEditPoints="1" noAdjustHandles="1" noChangeArrowheads="1" noChangeShapeType="1"/>
          </p:cNvCxnSpPr>
          <p:nvPr/>
        </p:nvCxnSpPr>
        <p:spPr>
          <a:xfrm flipH="1">
            <a:off x="3792647" y="4027919"/>
            <a:ext cx="365443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6682B1F-0802-C446-1C59-392FBF935FDC}"/>
              </a:ext>
            </a:extLst>
          </p:cNvPr>
          <p:cNvSpPr txBox="1">
            <a:spLocks noGrp="1" noRot="1" noMove="1" noResize="1" noEditPoints="1" noAdjustHandles="1" noChangeArrowheads="1" noChangeShapeType="1"/>
          </p:cNvSpPr>
          <p:nvPr/>
        </p:nvSpPr>
        <p:spPr>
          <a:xfrm>
            <a:off x="9664492" y="3547711"/>
            <a:ext cx="1892996" cy="1107996"/>
          </a:xfrm>
          <a:prstGeom prst="rect">
            <a:avLst/>
          </a:prstGeom>
          <a:noFill/>
        </p:spPr>
        <p:txBody>
          <a:bodyPr wrap="square">
            <a:spAutoFit/>
          </a:bodyPr>
          <a:lstStyle/>
          <a:p>
            <a:pPr>
              <a:spcAft>
                <a:spcPts val="900"/>
              </a:spcAft>
            </a:pPr>
            <a:r>
              <a:rPr lang="en-US" sz="1800">
                <a:solidFill>
                  <a:srgbClr val="FFBC39"/>
                </a:solidFill>
                <a:latin typeface="ServiceNow Sans Medium" panose="020B0504040101010104" pitchFamily="34" charset="77"/>
              </a:rPr>
              <a:t>No. </a:t>
            </a:r>
            <a:br>
              <a:rPr lang="en-US" sz="1800">
                <a:solidFill>
                  <a:srgbClr val="FFBC39"/>
                </a:solidFill>
                <a:latin typeface="ServiceNow Sans Medium" panose="020B0504040101010104" pitchFamily="34" charset="77"/>
              </a:rPr>
            </a:br>
            <a:r>
              <a:rPr lang="en-US" sz="1600">
                <a:solidFill>
                  <a:schemeClr val="bg1"/>
                </a:solidFill>
              </a:rPr>
              <a:t>Download and install fonts from the </a:t>
            </a:r>
            <a:r>
              <a:rPr lang="en-US" sz="1600">
                <a:hlinkClick r:id="rId5"/>
              </a:rPr>
              <a:t>Brand Center.</a:t>
            </a:r>
            <a:endParaRPr lang="en-US" sz="1800"/>
          </a:p>
        </p:txBody>
      </p:sp>
      <p:sp>
        <p:nvSpPr>
          <p:cNvPr id="6" name="TextBox 5">
            <a:extLst>
              <a:ext uri="{FF2B5EF4-FFF2-40B4-BE49-F238E27FC236}">
                <a16:creationId xmlns:a16="http://schemas.microsoft.com/office/drawing/2014/main" id="{4C455939-D98E-63D1-389D-530176568ED6}"/>
              </a:ext>
            </a:extLst>
          </p:cNvPr>
          <p:cNvSpPr txBox="1">
            <a:spLocks noGrp="1" noRot="1" noMove="1" noResize="1" noEditPoints="1" noAdjustHandles="1" noChangeArrowheads="1" noChangeShapeType="1"/>
          </p:cNvSpPr>
          <p:nvPr/>
        </p:nvSpPr>
        <p:spPr>
          <a:xfrm>
            <a:off x="7828498" y="3545624"/>
            <a:ext cx="1629271" cy="1107996"/>
          </a:xfrm>
          <a:prstGeom prst="rect">
            <a:avLst/>
          </a:prstGeom>
          <a:noFill/>
        </p:spPr>
        <p:txBody>
          <a:bodyPr wrap="square">
            <a:spAutoFit/>
          </a:bodyPr>
          <a:lstStyle/>
          <a:p>
            <a:pPr>
              <a:spcAft>
                <a:spcPts val="900"/>
              </a:spcAft>
            </a:pPr>
            <a:r>
              <a:rPr lang="en-US" sz="1800">
                <a:solidFill>
                  <a:schemeClr val="accent1"/>
                </a:solidFill>
                <a:latin typeface="ServiceNow Sans Medium" panose="020B0504040101010104" pitchFamily="34" charset="77"/>
              </a:rPr>
              <a:t>Yes. </a:t>
            </a:r>
            <a:br>
              <a:rPr lang="en-US" sz="1800">
                <a:solidFill>
                  <a:schemeClr val="accent1"/>
                </a:solidFill>
                <a:latin typeface="ServiceNow Sans Medium" panose="020B0504040101010104" pitchFamily="34" charset="77"/>
              </a:rPr>
            </a:br>
            <a:r>
              <a:rPr lang="en-US" sz="1600">
                <a:solidFill>
                  <a:schemeClr val="bg1"/>
                </a:solidFill>
              </a:rPr>
              <a:t>Great, you have the fonts installed. </a:t>
            </a:r>
            <a:endParaRPr lang="en-US" sz="1800">
              <a:solidFill>
                <a:schemeClr val="bg1"/>
              </a:solidFill>
            </a:endParaRPr>
          </a:p>
        </p:txBody>
      </p:sp>
    </p:spTree>
    <p:extLst>
      <p:ext uri="{BB962C8B-B14F-4D97-AF65-F5344CB8AC3E}">
        <p14:creationId xmlns:p14="http://schemas.microsoft.com/office/powerpoint/2010/main" val="64905686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8D866-54C7-272A-DC8C-B3B0DD5B77CF}"/>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12062370-A769-5746-C08A-27502D2F8CFA}"/>
              </a:ext>
            </a:extLst>
          </p:cNvPr>
          <p:cNvGrpSpPr>
            <a:grpSpLocks noGrp="1" noUngrp="1" noRot="1" noMove="1" noResize="1"/>
          </p:cNvGrpSpPr>
          <p:nvPr/>
        </p:nvGrpSpPr>
        <p:grpSpPr>
          <a:xfrm>
            <a:off x="4753598" y="1739344"/>
            <a:ext cx="2669814" cy="4320773"/>
            <a:chOff x="332699" y="366519"/>
            <a:chExt cx="2669814" cy="4320773"/>
          </a:xfrm>
        </p:grpSpPr>
        <p:pic>
          <p:nvPicPr>
            <p:cNvPr id="20" name="Picture 19">
              <a:extLst>
                <a:ext uri="{FF2B5EF4-FFF2-40B4-BE49-F238E27FC236}">
                  <a16:creationId xmlns:a16="http://schemas.microsoft.com/office/drawing/2014/main" id="{C03FC00F-EE7A-A1EA-5B5C-0055D677304D}"/>
                </a:ext>
              </a:extLst>
            </p:cNvPr>
            <p:cNvPicPr>
              <a:picLocks noGrp="1" noRot="1" noChangeAspect="1" noMove="1" noResize="1" noEditPoints="1" noAdjustHandles="1" noChangeArrowheads="1" noChangeShapeType="1" noCrop="1"/>
            </p:cNvPicPr>
            <p:nvPr/>
          </p:nvPicPr>
          <p:blipFill>
            <a:blip r:embed="rId3" cstate="screen">
              <a:alphaModFix amt="50000"/>
              <a:extLst>
                <a:ext uri="{28A0092B-C50C-407E-A947-70E740481C1C}">
                  <a14:useLocalDpi xmlns:a14="http://schemas.microsoft.com/office/drawing/2010/main"/>
                </a:ext>
              </a:extLst>
            </a:blip>
            <a:srcRect/>
            <a:stretch/>
          </p:blipFill>
          <p:spPr>
            <a:xfrm>
              <a:off x="332700" y="366519"/>
              <a:ext cx="2669813" cy="4312197"/>
            </a:xfrm>
            <a:prstGeom prst="roundRect">
              <a:avLst>
                <a:gd name="adj" fmla="val 958"/>
              </a:avLst>
            </a:prstGeom>
          </p:spPr>
        </p:pic>
        <p:pic>
          <p:nvPicPr>
            <p:cNvPr id="21" name="Picture 20">
              <a:extLst>
                <a:ext uri="{FF2B5EF4-FFF2-40B4-BE49-F238E27FC236}">
                  <a16:creationId xmlns:a16="http://schemas.microsoft.com/office/drawing/2014/main" id="{AB8646F5-D559-C7E1-7C83-D9B7E11673B9}"/>
                </a:ext>
              </a:extLst>
            </p:cNvPr>
            <p:cNvPicPr>
              <a:picLocks noGrp="1" noRot="1" noChangeAspect="1" noMove="1" noResize="1" noEditPoints="1" noAdjustHandles="1" noChangeArrowheads="1" noChangeShapeType="1" noCrop="1"/>
            </p:cNvPicPr>
            <p:nvPr/>
          </p:nvPicPr>
          <p:blipFill>
            <a:blip r:embed="rId4" cstate="screen">
              <a:extLst>
                <a:ext uri="{28A0092B-C50C-407E-A947-70E740481C1C}">
                  <a14:useLocalDpi xmlns:a14="http://schemas.microsoft.com/office/drawing/2010/main"/>
                </a:ext>
              </a:extLst>
            </a:blip>
            <a:srcRect/>
            <a:stretch>
              <a:fillRect/>
            </a:stretch>
          </p:blipFill>
          <p:spPr>
            <a:xfrm>
              <a:off x="332700" y="755468"/>
              <a:ext cx="2669813" cy="594361"/>
            </a:xfrm>
            <a:prstGeom prst="rect">
              <a:avLst/>
            </a:prstGeom>
          </p:spPr>
        </p:pic>
        <p:sp>
          <p:nvSpPr>
            <p:cNvPr id="22" name="Rectangle 21">
              <a:extLst>
                <a:ext uri="{FF2B5EF4-FFF2-40B4-BE49-F238E27FC236}">
                  <a16:creationId xmlns:a16="http://schemas.microsoft.com/office/drawing/2014/main" id="{AC0B15BB-D1CD-AD58-01BE-4553E7AF5DE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flipH="1">
              <a:off x="332700" y="755468"/>
              <a:ext cx="2669813" cy="594361"/>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endParaRPr lang="en-US"/>
            </a:p>
          </p:txBody>
        </p:sp>
        <p:pic>
          <p:nvPicPr>
            <p:cNvPr id="24" name="Picture 23">
              <a:extLst>
                <a:ext uri="{FF2B5EF4-FFF2-40B4-BE49-F238E27FC236}">
                  <a16:creationId xmlns:a16="http://schemas.microsoft.com/office/drawing/2014/main" id="{F849219B-EF9B-9F4C-E8BE-AFB67D3B4AD3}"/>
                </a:ext>
              </a:extLst>
            </p:cNvPr>
            <p:cNvPicPr>
              <a:picLocks noGrp="1" noRot="1" noChangeAspect="1" noMove="1" noResize="1" noEditPoints="1" noAdjustHandles="1" noChangeArrowheads="1" noChangeShapeType="1" noCrop="1"/>
            </p:cNvPicPr>
            <p:nvPr/>
          </p:nvPicPr>
          <p:blipFill>
            <a:blip r:embed="rId5" cstate="screen">
              <a:extLst>
                <a:ext uri="{28A0092B-C50C-407E-A947-70E740481C1C}">
                  <a14:useLocalDpi xmlns:a14="http://schemas.microsoft.com/office/drawing/2010/main"/>
                </a:ext>
              </a:extLst>
            </a:blip>
            <a:srcRect/>
            <a:stretch>
              <a:fillRect/>
            </a:stretch>
          </p:blipFill>
          <p:spPr>
            <a:xfrm>
              <a:off x="332701" y="2699545"/>
              <a:ext cx="1256614" cy="1317284"/>
            </a:xfrm>
            <a:prstGeom prst="rect">
              <a:avLst/>
            </a:prstGeom>
          </p:spPr>
        </p:pic>
        <p:sp>
          <p:nvSpPr>
            <p:cNvPr id="25" name="Rectangle 24">
              <a:extLst>
                <a:ext uri="{FF2B5EF4-FFF2-40B4-BE49-F238E27FC236}">
                  <a16:creationId xmlns:a16="http://schemas.microsoft.com/office/drawing/2014/main" id="{02731A11-50DB-8EAA-6A50-6550690AEF07}"/>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flipH="1">
              <a:off x="332701" y="2705621"/>
              <a:ext cx="1256614" cy="1317284"/>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endParaRPr lang="en-US"/>
            </a:p>
          </p:txBody>
        </p:sp>
        <p:sp>
          <p:nvSpPr>
            <p:cNvPr id="26" name="Rectangle 25">
              <a:extLst>
                <a:ext uri="{FF2B5EF4-FFF2-40B4-BE49-F238E27FC236}">
                  <a16:creationId xmlns:a16="http://schemas.microsoft.com/office/drawing/2014/main" id="{824C13EC-8CE4-D311-C1D5-411AD81BA7E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flipH="1">
              <a:off x="332699" y="4051859"/>
              <a:ext cx="2669814" cy="635433"/>
            </a:xfrm>
            <a:prstGeom prst="rect">
              <a:avLst/>
            </a:prstGeom>
            <a:noFill/>
            <a:ln w="28575">
              <a:solidFill>
                <a:srgbClr val="FFBC39"/>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endParaRPr lang="en-US">
                <a:solidFill>
                  <a:srgbClr val="FF40FF"/>
                </a:solidFill>
              </a:endParaRPr>
            </a:p>
          </p:txBody>
        </p:sp>
      </p:grpSp>
      <p:sp>
        <p:nvSpPr>
          <p:cNvPr id="2" name="Title 1">
            <a:extLst>
              <a:ext uri="{FF2B5EF4-FFF2-40B4-BE49-F238E27FC236}">
                <a16:creationId xmlns:a16="http://schemas.microsoft.com/office/drawing/2014/main" id="{A67340C3-06C8-4728-9B94-FB2DCF75A62F}"/>
              </a:ext>
            </a:extLst>
          </p:cNvPr>
          <p:cNvSpPr>
            <a:spLocks noGrp="1" noRot="1" noMove="1" noResize="1" noEditPoints="1" noAdjustHandles="1" noChangeArrowheads="1" noChangeShapeType="1"/>
          </p:cNvSpPr>
          <p:nvPr>
            <p:ph type="title"/>
          </p:nvPr>
        </p:nvSpPr>
        <p:spPr>
          <a:xfrm>
            <a:off x="548640" y="530352"/>
            <a:ext cx="11082973" cy="594360"/>
          </a:xfrm>
        </p:spPr>
        <p:txBody>
          <a:bodyPr/>
          <a:lstStyle/>
          <a:p>
            <a:r>
              <a:rPr lang="en-US"/>
              <a:t>Using PowerPoint color chips</a:t>
            </a:r>
          </a:p>
        </p:txBody>
      </p:sp>
      <p:sp>
        <p:nvSpPr>
          <p:cNvPr id="18" name="Subtitle 17">
            <a:extLst>
              <a:ext uri="{FF2B5EF4-FFF2-40B4-BE49-F238E27FC236}">
                <a16:creationId xmlns:a16="http://schemas.microsoft.com/office/drawing/2014/main" id="{0436DFF6-DECB-8BC5-F382-D5D9965A5064}"/>
              </a:ext>
            </a:extLst>
          </p:cNvPr>
          <p:cNvSpPr>
            <a:spLocks noGrp="1" noRot="1" noMove="1" noResize="1" noEditPoints="1" noAdjustHandles="1" noChangeArrowheads="1" noChangeShapeType="1"/>
          </p:cNvSpPr>
          <p:nvPr>
            <p:ph type="subTitle" idx="1"/>
          </p:nvPr>
        </p:nvSpPr>
        <p:spPr>
          <a:xfrm>
            <a:off x="548639" y="1097280"/>
            <a:ext cx="11091545" cy="696849"/>
          </a:xfrm>
        </p:spPr>
        <p:txBody>
          <a:bodyPr/>
          <a:lstStyle/>
          <a:p>
            <a:r>
              <a:rPr lang="en-US"/>
              <a:t>Looking for more guidance on color usage? </a:t>
            </a:r>
            <a:r>
              <a:rPr lang="en-US">
                <a:hlinkClick r:id="rId6"/>
              </a:rPr>
              <a:t>Visit the Brand Center</a:t>
            </a:r>
            <a:endParaRPr lang="en-US"/>
          </a:p>
        </p:txBody>
      </p:sp>
      <p:sp>
        <p:nvSpPr>
          <p:cNvPr id="11" name="TextBox 10">
            <a:extLst>
              <a:ext uri="{FF2B5EF4-FFF2-40B4-BE49-F238E27FC236}">
                <a16:creationId xmlns:a16="http://schemas.microsoft.com/office/drawing/2014/main" id="{C7EF063E-DFDA-18BA-F1F6-3EF612578DB2}"/>
              </a:ext>
            </a:extLst>
          </p:cNvPr>
          <p:cNvSpPr txBox="1">
            <a:spLocks noGrp="1" noRot="1" noMove="1" noResize="1" noEditPoints="1" noAdjustHandles="1" noChangeArrowheads="1" noChangeShapeType="1"/>
          </p:cNvSpPr>
          <p:nvPr/>
        </p:nvSpPr>
        <p:spPr>
          <a:xfrm>
            <a:off x="433137" y="1691640"/>
            <a:ext cx="3680076" cy="1476686"/>
          </a:xfrm>
          <a:prstGeom prst="rect">
            <a:avLst/>
          </a:prstGeom>
          <a:noFill/>
        </p:spPr>
        <p:txBody>
          <a:bodyPr wrap="square">
            <a:spAutoFit/>
          </a:bodyPr>
          <a:lstStyle/>
          <a:p>
            <a:pPr algn="r"/>
            <a:r>
              <a:rPr lang="en-US">
                <a:solidFill>
                  <a:schemeClr val="bg1"/>
                </a:solidFill>
                <a:latin typeface="ServiceNow Sans" panose="020B0504040101010104" pitchFamily="34" charset="77"/>
              </a:rPr>
              <a:t>Theme colors follow a specific order based on the brand color palette. This approach improves readability in data visualizations such as charts and graphs.</a:t>
            </a:r>
          </a:p>
        </p:txBody>
      </p:sp>
      <p:sp>
        <p:nvSpPr>
          <p:cNvPr id="13" name="TextBox 12">
            <a:extLst>
              <a:ext uri="{FF2B5EF4-FFF2-40B4-BE49-F238E27FC236}">
                <a16:creationId xmlns:a16="http://schemas.microsoft.com/office/drawing/2014/main" id="{3DCA4C32-6E8E-407E-A914-278B802E3FD1}"/>
              </a:ext>
            </a:extLst>
          </p:cNvPr>
          <p:cNvSpPr txBox="1">
            <a:spLocks noGrp="1" noRot="1" noMove="1" noResize="1" noEditPoints="1" noAdjustHandles="1" noChangeArrowheads="1" noChangeShapeType="1"/>
          </p:cNvSpPr>
          <p:nvPr/>
        </p:nvSpPr>
        <p:spPr>
          <a:xfrm>
            <a:off x="946177" y="3837743"/>
            <a:ext cx="3167036" cy="646074"/>
          </a:xfrm>
          <a:prstGeom prst="rect">
            <a:avLst/>
          </a:prstGeom>
          <a:noFill/>
        </p:spPr>
        <p:txBody>
          <a:bodyPr wrap="square">
            <a:spAutoFit/>
          </a:bodyPr>
          <a:lstStyle/>
          <a:p>
            <a:pPr algn="r">
              <a:spcAft>
                <a:spcPts val="600"/>
              </a:spcAft>
            </a:pPr>
            <a:r>
              <a:rPr lang="en-US">
                <a:solidFill>
                  <a:schemeClr val="bg1"/>
                </a:solidFill>
              </a:rPr>
              <a:t>Custom Colors are the full brand color palette.</a:t>
            </a:r>
            <a:endParaRPr lang="en-US" sz="1400">
              <a:solidFill>
                <a:schemeClr val="bg1"/>
              </a:solidFill>
            </a:endParaRPr>
          </a:p>
        </p:txBody>
      </p:sp>
      <p:sp>
        <p:nvSpPr>
          <p:cNvPr id="12" name="TextBox 11">
            <a:extLst>
              <a:ext uri="{FF2B5EF4-FFF2-40B4-BE49-F238E27FC236}">
                <a16:creationId xmlns:a16="http://schemas.microsoft.com/office/drawing/2014/main" id="{A8F4EEC2-A44E-0966-723D-CADB4A995244}"/>
              </a:ext>
            </a:extLst>
          </p:cNvPr>
          <p:cNvSpPr txBox="1">
            <a:spLocks noGrp="1" noRot="1" noMove="1" noResize="1" noEditPoints="1" noAdjustHandles="1" noChangeArrowheads="1" noChangeShapeType="1"/>
          </p:cNvSpPr>
          <p:nvPr/>
        </p:nvSpPr>
        <p:spPr>
          <a:xfrm>
            <a:off x="7968420" y="2644812"/>
            <a:ext cx="3471042" cy="1476686"/>
          </a:xfrm>
          <a:prstGeom prst="rect">
            <a:avLst/>
          </a:prstGeom>
          <a:noFill/>
        </p:spPr>
        <p:txBody>
          <a:bodyPr wrap="square">
            <a:spAutoFit/>
          </a:bodyPr>
          <a:lstStyle/>
          <a:p>
            <a:r>
              <a:rPr lang="en-US">
                <a:solidFill>
                  <a:schemeClr val="bg1"/>
                </a:solidFill>
              </a:rPr>
              <a:t>PowerPoint auto-generates tints and shades based on the primary theme colors. These are not in the brand palette. </a:t>
            </a:r>
            <a:r>
              <a:rPr lang="en-US">
                <a:solidFill>
                  <a:srgbClr val="FFBC39"/>
                </a:solidFill>
              </a:rPr>
              <a:t>Please do not use these.</a:t>
            </a:r>
          </a:p>
        </p:txBody>
      </p:sp>
      <p:sp>
        <p:nvSpPr>
          <p:cNvPr id="14" name="TextBox 13">
            <a:extLst>
              <a:ext uri="{FF2B5EF4-FFF2-40B4-BE49-F238E27FC236}">
                <a16:creationId xmlns:a16="http://schemas.microsoft.com/office/drawing/2014/main" id="{321AFB1D-2B09-6ED1-A38D-A9D0D148CD12}"/>
              </a:ext>
            </a:extLst>
          </p:cNvPr>
          <p:cNvSpPr txBox="1">
            <a:spLocks noGrp="1" noRot="1" noMove="1" noResize="1" noEditPoints="1" noAdjustHandles="1" noChangeArrowheads="1" noChangeShapeType="1"/>
          </p:cNvSpPr>
          <p:nvPr/>
        </p:nvSpPr>
        <p:spPr>
          <a:xfrm>
            <a:off x="7968418" y="5249054"/>
            <a:ext cx="3773739" cy="1199816"/>
          </a:xfrm>
          <a:prstGeom prst="rect">
            <a:avLst/>
          </a:prstGeom>
          <a:noFill/>
        </p:spPr>
        <p:txBody>
          <a:bodyPr wrap="square">
            <a:spAutoFit/>
          </a:bodyPr>
          <a:lstStyle/>
          <a:p>
            <a:r>
              <a:rPr lang="en-US">
                <a:solidFill>
                  <a:schemeClr val="bg1"/>
                </a:solidFill>
              </a:rPr>
              <a:t>Standard Colors are default colors in PowerPoint and not generated from the brand palette. </a:t>
            </a:r>
            <a:br>
              <a:rPr lang="en-US">
                <a:solidFill>
                  <a:schemeClr val="bg1"/>
                </a:solidFill>
              </a:rPr>
            </a:br>
            <a:r>
              <a:rPr lang="en-US">
                <a:solidFill>
                  <a:srgbClr val="FFBC39"/>
                </a:solidFill>
              </a:rPr>
              <a:t>Please do not use these.</a:t>
            </a:r>
            <a:endParaRPr lang="en-US">
              <a:solidFill>
                <a:schemeClr val="bg1"/>
              </a:solidFill>
            </a:endParaRPr>
          </a:p>
        </p:txBody>
      </p:sp>
      <p:sp>
        <p:nvSpPr>
          <p:cNvPr id="47" name="Rectangle 46">
            <a:extLst>
              <a:ext uri="{FF2B5EF4-FFF2-40B4-BE49-F238E27FC236}">
                <a16:creationId xmlns:a16="http://schemas.microsoft.com/office/drawing/2014/main" id="{299B21FB-CFD3-B5F1-DBD0-65D97F0953C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flipH="1">
            <a:off x="4753598" y="2750188"/>
            <a:ext cx="2669814" cy="1136519"/>
          </a:xfrm>
          <a:prstGeom prst="rect">
            <a:avLst/>
          </a:prstGeom>
          <a:noFill/>
          <a:ln w="28575">
            <a:solidFill>
              <a:srgbClr val="FFBC39"/>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endParaRPr lang="en-US">
              <a:solidFill>
                <a:srgbClr val="FF40FF"/>
              </a:solidFill>
            </a:endParaRPr>
          </a:p>
        </p:txBody>
      </p:sp>
      <p:cxnSp>
        <p:nvCxnSpPr>
          <p:cNvPr id="44" name="Straight Connector 43">
            <a:extLst>
              <a:ext uri="{FF2B5EF4-FFF2-40B4-BE49-F238E27FC236}">
                <a16:creationId xmlns:a16="http://schemas.microsoft.com/office/drawing/2014/main" id="{51DF0D9A-88DA-FE5E-95BF-13C7091698F9}"/>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p:nvCxnSpPr>
        <p:spPr>
          <a:xfrm flipH="1">
            <a:off x="5881761" y="4425400"/>
            <a:ext cx="2001063" cy="0"/>
          </a:xfrm>
          <a:prstGeom prst="line">
            <a:avLst/>
          </a:prstGeom>
          <a:ln w="9525">
            <a:solidFill>
              <a:schemeClr val="bg1"/>
            </a:solidFill>
            <a:tailEnd type="oval"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E252615F-36A6-2604-DDB4-2830527C3C34}"/>
              </a:ext>
            </a:extLst>
          </p:cNvPr>
          <p:cNvSpPr txBox="1">
            <a:spLocks noGrp="1" noRot="1" noMove="1" noResize="1" noEditPoints="1" noAdjustHandles="1" noChangeArrowheads="1" noChangeShapeType="1"/>
          </p:cNvSpPr>
          <p:nvPr/>
        </p:nvSpPr>
        <p:spPr>
          <a:xfrm>
            <a:off x="7968420" y="4136369"/>
            <a:ext cx="3663194" cy="1107996"/>
          </a:xfrm>
          <a:prstGeom prst="rect">
            <a:avLst/>
          </a:prstGeom>
          <a:noFill/>
        </p:spPr>
        <p:txBody>
          <a:bodyPr wrap="square">
            <a:spAutoFit/>
          </a:bodyPr>
          <a:lstStyle/>
          <a:p>
            <a:r>
              <a:rPr lang="en-US" sz="1800" b="1" dirty="0">
                <a:solidFill>
                  <a:srgbClr val="FFBC39"/>
                </a:solidFill>
                <a:latin typeface="+mj-lt"/>
              </a:rPr>
              <a:t>Orange, </a:t>
            </a:r>
            <a:br>
              <a:rPr lang="en-US" sz="1800" b="1" dirty="0">
                <a:solidFill>
                  <a:srgbClr val="FFBC39"/>
                </a:solidFill>
                <a:latin typeface="+mj-lt"/>
              </a:rPr>
            </a:br>
            <a:r>
              <a:rPr lang="en-US" sz="1800" b="1" dirty="0">
                <a:solidFill>
                  <a:srgbClr val="FFBC39"/>
                </a:solidFill>
                <a:latin typeface="+mj-lt"/>
              </a:rPr>
              <a:t>negative callouts or warnings</a:t>
            </a:r>
            <a:br>
              <a:rPr lang="en-US" sz="1600" b="1" dirty="0">
                <a:solidFill>
                  <a:srgbClr val="FFBC39"/>
                </a:solidFill>
                <a:latin typeface="+mj-lt"/>
              </a:rPr>
            </a:br>
            <a:r>
              <a:rPr lang="en-US" sz="1500" dirty="0">
                <a:solidFill>
                  <a:schemeClr val="bg1"/>
                </a:solidFill>
              </a:rPr>
              <a:t>#FFBC39</a:t>
            </a:r>
            <a:br>
              <a:rPr lang="en-US" sz="1500" dirty="0">
                <a:solidFill>
                  <a:schemeClr val="bg1"/>
                </a:solidFill>
              </a:rPr>
            </a:br>
            <a:r>
              <a:rPr lang="en-US" sz="1500" dirty="0">
                <a:solidFill>
                  <a:schemeClr val="bg1"/>
                </a:solidFill>
              </a:rPr>
              <a:t>RGB 255/188/57</a:t>
            </a:r>
            <a:endParaRPr lang="en-US" sz="1500" b="1" dirty="0">
              <a:solidFill>
                <a:srgbClr val="FFBC39"/>
              </a:solidFill>
              <a:latin typeface="+mj-lt"/>
            </a:endParaRPr>
          </a:p>
        </p:txBody>
      </p:sp>
      <p:grpSp>
        <p:nvGrpSpPr>
          <p:cNvPr id="4" name="Group 3">
            <a:extLst>
              <a:ext uri="{FF2B5EF4-FFF2-40B4-BE49-F238E27FC236}">
                <a16:creationId xmlns:a16="http://schemas.microsoft.com/office/drawing/2014/main" id="{7A14999D-ABF3-73BA-1FB9-33145BE4636E}"/>
              </a:ext>
            </a:extLst>
          </p:cNvPr>
          <p:cNvGrpSpPr>
            <a:grpSpLocks noGrp="1" noUngrp="1" noRot="1" noMove="1" noResize="1"/>
          </p:cNvGrpSpPr>
          <p:nvPr/>
        </p:nvGrpSpPr>
        <p:grpSpPr>
          <a:xfrm>
            <a:off x="4247065" y="4053898"/>
            <a:ext cx="242220" cy="242220"/>
            <a:chOff x="549973" y="5293518"/>
            <a:chExt cx="242220" cy="242220"/>
          </a:xfrm>
        </p:grpSpPr>
        <p:sp>
          <p:nvSpPr>
            <p:cNvPr id="15" name="Oval 14">
              <a:extLst>
                <a:ext uri="{FF2B5EF4-FFF2-40B4-BE49-F238E27FC236}">
                  <a16:creationId xmlns:a16="http://schemas.microsoft.com/office/drawing/2014/main" id="{A7B2A197-BAE2-3056-8F73-5C28C17695A5}"/>
                </a:ext>
              </a:extLst>
            </p:cNvPr>
            <p:cNvSpPr>
              <a:spLocks noGrp="1" noRot="1" noMove="1" noResize="1" noEditPoints="1" noAdjustHandles="1" noChangeArrowheads="1" noChangeShapeType="1"/>
            </p:cNvSpPr>
            <p:nvPr/>
          </p:nvSpPr>
          <p:spPr>
            <a:xfrm>
              <a:off x="549973" y="5293518"/>
              <a:ext cx="242220" cy="242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bg2"/>
                </a:solidFill>
              </a:endParaRPr>
            </a:p>
          </p:txBody>
        </p:sp>
        <p:sp>
          <p:nvSpPr>
            <p:cNvPr id="16" name="Freeform: Shape 378">
              <a:extLst>
                <a:ext uri="{FF2B5EF4-FFF2-40B4-BE49-F238E27FC236}">
                  <a16:creationId xmlns:a16="http://schemas.microsoft.com/office/drawing/2014/main" id="{527C08B2-9B8C-C1A0-CCC3-28205861693D}"/>
                </a:ext>
              </a:extLst>
            </p:cNvPr>
            <p:cNvSpPr>
              <a:spLocks noGrp="1" noRot="1" noChangeAspect="1" noMove="1" noResize="1" noEditPoints="1" noAdjustHandles="1" noChangeArrowheads="1" noChangeShapeType="1"/>
            </p:cNvSpPr>
            <p:nvPr/>
          </p:nvSpPr>
          <p:spPr>
            <a:xfrm>
              <a:off x="592613" y="5361118"/>
              <a:ext cx="156941" cy="107762"/>
            </a:xfrm>
            <a:custGeom>
              <a:avLst/>
              <a:gdLst>
                <a:gd name="connsiteX0" fmla="*/ 151967 w 440747"/>
                <a:gd name="connsiteY0" fmla="*/ 302635 h 302635"/>
                <a:gd name="connsiteX1" fmla="*/ 142442 w 440747"/>
                <a:gd name="connsiteY1" fmla="*/ 299172 h 302635"/>
                <a:gd name="connsiteX2" fmla="*/ 3897 w 440747"/>
                <a:gd name="connsiteY2" fmla="*/ 160626 h 302635"/>
                <a:gd name="connsiteX3" fmla="*/ 3897 w 440747"/>
                <a:gd name="connsiteY3" fmla="*/ 142442 h 302635"/>
                <a:gd name="connsiteX4" fmla="*/ 22081 w 440747"/>
                <a:gd name="connsiteY4" fmla="*/ 142442 h 302635"/>
                <a:gd name="connsiteX5" fmla="*/ 151101 w 440747"/>
                <a:gd name="connsiteY5" fmla="*/ 271463 h 302635"/>
                <a:gd name="connsiteX6" fmla="*/ 418667 w 440747"/>
                <a:gd name="connsiteY6" fmla="*/ 3897 h 302635"/>
                <a:gd name="connsiteX7" fmla="*/ 436851 w 440747"/>
                <a:gd name="connsiteY7" fmla="*/ 3897 h 302635"/>
                <a:gd name="connsiteX8" fmla="*/ 436851 w 440747"/>
                <a:gd name="connsiteY8" fmla="*/ 22081 h 302635"/>
                <a:gd name="connsiteX9" fmla="*/ 159760 w 440747"/>
                <a:gd name="connsiteY9" fmla="*/ 299172 h 302635"/>
                <a:gd name="connsiteX10" fmla="*/ 151967 w 440747"/>
                <a:gd name="connsiteY10" fmla="*/ 302635 h 302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0747" h="302635">
                  <a:moveTo>
                    <a:pt x="151967" y="302635"/>
                  </a:moveTo>
                  <a:cubicBezTo>
                    <a:pt x="148503" y="302635"/>
                    <a:pt x="145040" y="301769"/>
                    <a:pt x="142442" y="299172"/>
                  </a:cubicBezTo>
                  <a:lnTo>
                    <a:pt x="3897" y="160626"/>
                  </a:lnTo>
                  <a:cubicBezTo>
                    <a:pt x="-1299" y="155431"/>
                    <a:pt x="-1299" y="147637"/>
                    <a:pt x="3897" y="142442"/>
                  </a:cubicBezTo>
                  <a:cubicBezTo>
                    <a:pt x="9092" y="137247"/>
                    <a:pt x="16885" y="137247"/>
                    <a:pt x="22081" y="142442"/>
                  </a:cubicBezTo>
                  <a:lnTo>
                    <a:pt x="151101" y="271463"/>
                  </a:lnTo>
                  <a:lnTo>
                    <a:pt x="418667" y="3897"/>
                  </a:lnTo>
                  <a:cubicBezTo>
                    <a:pt x="423863" y="-1299"/>
                    <a:pt x="431656" y="-1299"/>
                    <a:pt x="436851" y="3897"/>
                  </a:cubicBezTo>
                  <a:cubicBezTo>
                    <a:pt x="442047" y="9092"/>
                    <a:pt x="442047" y="16885"/>
                    <a:pt x="436851" y="22081"/>
                  </a:cubicBezTo>
                  <a:lnTo>
                    <a:pt x="159760" y="299172"/>
                  </a:lnTo>
                  <a:cubicBezTo>
                    <a:pt x="158894" y="300903"/>
                    <a:pt x="155431" y="302635"/>
                    <a:pt x="151967" y="302635"/>
                  </a:cubicBezTo>
                  <a:close/>
                </a:path>
              </a:pathLst>
            </a:custGeom>
            <a:solidFill>
              <a:schemeClr val="tx1"/>
            </a:solidFill>
            <a:ln w="5080" cap="flat">
              <a:solidFill>
                <a:schemeClr val="tx1"/>
              </a:solidFill>
              <a:prstDash val="solid"/>
              <a:miter/>
            </a:ln>
          </p:spPr>
          <p:txBody>
            <a:bodyPr rtlCol="0" anchor="ctr"/>
            <a:lstStyle/>
            <a:p>
              <a:endParaRPr lang="en-US"/>
            </a:p>
          </p:txBody>
        </p:sp>
      </p:grpSp>
      <p:grpSp>
        <p:nvGrpSpPr>
          <p:cNvPr id="28" name="Group 27">
            <a:extLst>
              <a:ext uri="{FF2B5EF4-FFF2-40B4-BE49-F238E27FC236}">
                <a16:creationId xmlns:a16="http://schemas.microsoft.com/office/drawing/2014/main" id="{B4F84DA2-3988-E548-C72A-DF3DB8361271}"/>
              </a:ext>
            </a:extLst>
          </p:cNvPr>
          <p:cNvGrpSpPr>
            <a:grpSpLocks noGrp="1" noUngrp="1" noRot="1" noMove="1" noResize="1"/>
          </p:cNvGrpSpPr>
          <p:nvPr/>
        </p:nvGrpSpPr>
        <p:grpSpPr>
          <a:xfrm>
            <a:off x="7618967" y="5643145"/>
            <a:ext cx="242219" cy="242219"/>
            <a:chOff x="549973" y="5662381"/>
            <a:chExt cx="242219" cy="242219"/>
          </a:xfrm>
        </p:grpSpPr>
        <p:sp>
          <p:nvSpPr>
            <p:cNvPr id="31" name="Oval 30">
              <a:extLst>
                <a:ext uri="{FF2B5EF4-FFF2-40B4-BE49-F238E27FC236}">
                  <a16:creationId xmlns:a16="http://schemas.microsoft.com/office/drawing/2014/main" id="{62571D88-575C-C9E0-4DC4-855FBF4C66BE}"/>
                </a:ext>
              </a:extLst>
            </p:cNvPr>
            <p:cNvSpPr>
              <a:spLocks noGrp="1" noRot="1" noMove="1" noResize="1" noEditPoints="1" noAdjustHandles="1" noChangeArrowheads="1" noChangeShapeType="1"/>
            </p:cNvSpPr>
            <p:nvPr/>
          </p:nvSpPr>
          <p:spPr>
            <a:xfrm>
              <a:off x="549973" y="5662381"/>
              <a:ext cx="242219" cy="242219"/>
            </a:xfrm>
            <a:prstGeom prst="ellipse">
              <a:avLst/>
            </a:prstGeom>
            <a:solidFill>
              <a:srgbClr val="FFBC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bg2"/>
                </a:solidFill>
              </a:endParaRPr>
            </a:p>
          </p:txBody>
        </p:sp>
        <p:sp>
          <p:nvSpPr>
            <p:cNvPr id="32" name="Freeform: Shape 161">
              <a:extLst>
                <a:ext uri="{FF2B5EF4-FFF2-40B4-BE49-F238E27FC236}">
                  <a16:creationId xmlns:a16="http://schemas.microsoft.com/office/drawing/2014/main" id="{6EF0214A-4D9E-5655-F42B-0E597C04B442}"/>
                </a:ext>
              </a:extLst>
            </p:cNvPr>
            <p:cNvSpPr>
              <a:spLocks noGrp="1" noRot="1" noChangeAspect="1" noMove="1" noResize="1" noEditPoints="1" noAdjustHandles="1" noChangeArrowheads="1" noChangeShapeType="1"/>
            </p:cNvSpPr>
            <p:nvPr/>
          </p:nvSpPr>
          <p:spPr>
            <a:xfrm>
              <a:off x="616970" y="5729763"/>
              <a:ext cx="108225" cy="107454"/>
            </a:xfrm>
            <a:custGeom>
              <a:avLst/>
              <a:gdLst>
                <a:gd name="connsiteX0" fmla="*/ 169285 w 303934"/>
                <a:gd name="connsiteY0" fmla="*/ 151101 h 301769"/>
                <a:gd name="connsiteX1" fmla="*/ 298306 w 303934"/>
                <a:gd name="connsiteY1" fmla="*/ 22081 h 301769"/>
                <a:gd name="connsiteX2" fmla="*/ 298306 w 303934"/>
                <a:gd name="connsiteY2" fmla="*/ 3897 h 301769"/>
                <a:gd name="connsiteX3" fmla="*/ 280122 w 303934"/>
                <a:gd name="connsiteY3" fmla="*/ 3897 h 301769"/>
                <a:gd name="connsiteX4" fmla="*/ 151101 w 303934"/>
                <a:gd name="connsiteY4" fmla="*/ 132917 h 301769"/>
                <a:gd name="connsiteX5" fmla="*/ 22081 w 303934"/>
                <a:gd name="connsiteY5" fmla="*/ 3897 h 301769"/>
                <a:gd name="connsiteX6" fmla="*/ 3897 w 303934"/>
                <a:gd name="connsiteY6" fmla="*/ 3897 h 301769"/>
                <a:gd name="connsiteX7" fmla="*/ 3897 w 303934"/>
                <a:gd name="connsiteY7" fmla="*/ 22081 h 301769"/>
                <a:gd name="connsiteX8" fmla="*/ 132917 w 303934"/>
                <a:gd name="connsiteY8" fmla="*/ 151101 h 301769"/>
                <a:gd name="connsiteX9" fmla="*/ 3897 w 303934"/>
                <a:gd name="connsiteY9" fmla="*/ 280122 h 301769"/>
                <a:gd name="connsiteX10" fmla="*/ 3897 w 303934"/>
                <a:gd name="connsiteY10" fmla="*/ 298306 h 301769"/>
                <a:gd name="connsiteX11" fmla="*/ 13422 w 303934"/>
                <a:gd name="connsiteY11" fmla="*/ 301769 h 301769"/>
                <a:gd name="connsiteX12" fmla="*/ 22946 w 303934"/>
                <a:gd name="connsiteY12" fmla="*/ 298306 h 301769"/>
                <a:gd name="connsiteX13" fmla="*/ 151967 w 303934"/>
                <a:gd name="connsiteY13" fmla="*/ 169285 h 301769"/>
                <a:gd name="connsiteX14" fmla="*/ 280988 w 303934"/>
                <a:gd name="connsiteY14" fmla="*/ 298306 h 301769"/>
                <a:gd name="connsiteX15" fmla="*/ 290513 w 303934"/>
                <a:gd name="connsiteY15" fmla="*/ 301769 h 301769"/>
                <a:gd name="connsiteX16" fmla="*/ 300037 w 303934"/>
                <a:gd name="connsiteY16" fmla="*/ 298306 h 301769"/>
                <a:gd name="connsiteX17" fmla="*/ 300037 w 303934"/>
                <a:gd name="connsiteY17" fmla="*/ 280122 h 301769"/>
                <a:gd name="connsiteX18" fmla="*/ 169285 w 303934"/>
                <a:gd name="connsiteY18" fmla="*/ 151101 h 301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3934" h="301769">
                  <a:moveTo>
                    <a:pt x="169285" y="151101"/>
                  </a:moveTo>
                  <a:lnTo>
                    <a:pt x="298306" y="22081"/>
                  </a:lnTo>
                  <a:cubicBezTo>
                    <a:pt x="303501" y="16885"/>
                    <a:pt x="303501" y="9092"/>
                    <a:pt x="298306" y="3897"/>
                  </a:cubicBezTo>
                  <a:cubicBezTo>
                    <a:pt x="293110" y="-1299"/>
                    <a:pt x="285317" y="-1299"/>
                    <a:pt x="280122" y="3897"/>
                  </a:cubicBezTo>
                  <a:lnTo>
                    <a:pt x="151101" y="132917"/>
                  </a:lnTo>
                  <a:lnTo>
                    <a:pt x="22081" y="3897"/>
                  </a:lnTo>
                  <a:cubicBezTo>
                    <a:pt x="16885" y="-1299"/>
                    <a:pt x="9092" y="-1299"/>
                    <a:pt x="3897" y="3897"/>
                  </a:cubicBezTo>
                  <a:cubicBezTo>
                    <a:pt x="-1299" y="9092"/>
                    <a:pt x="-1299" y="16885"/>
                    <a:pt x="3897" y="22081"/>
                  </a:cubicBezTo>
                  <a:lnTo>
                    <a:pt x="132917" y="151101"/>
                  </a:lnTo>
                  <a:lnTo>
                    <a:pt x="3897" y="280122"/>
                  </a:lnTo>
                  <a:cubicBezTo>
                    <a:pt x="-1299" y="285317"/>
                    <a:pt x="-1299" y="293110"/>
                    <a:pt x="3897" y="298306"/>
                  </a:cubicBezTo>
                  <a:cubicBezTo>
                    <a:pt x="6494" y="300903"/>
                    <a:pt x="9958" y="301769"/>
                    <a:pt x="13422" y="301769"/>
                  </a:cubicBezTo>
                  <a:cubicBezTo>
                    <a:pt x="16885" y="301769"/>
                    <a:pt x="20349" y="300903"/>
                    <a:pt x="22946" y="298306"/>
                  </a:cubicBezTo>
                  <a:lnTo>
                    <a:pt x="151967" y="169285"/>
                  </a:lnTo>
                  <a:lnTo>
                    <a:pt x="280988" y="298306"/>
                  </a:lnTo>
                  <a:cubicBezTo>
                    <a:pt x="283585" y="300903"/>
                    <a:pt x="287049" y="301769"/>
                    <a:pt x="290513" y="301769"/>
                  </a:cubicBezTo>
                  <a:cubicBezTo>
                    <a:pt x="293976" y="301769"/>
                    <a:pt x="297440" y="300903"/>
                    <a:pt x="300037" y="298306"/>
                  </a:cubicBezTo>
                  <a:cubicBezTo>
                    <a:pt x="305233" y="293110"/>
                    <a:pt x="305233" y="285317"/>
                    <a:pt x="300037" y="280122"/>
                  </a:cubicBezTo>
                  <a:lnTo>
                    <a:pt x="169285" y="151101"/>
                  </a:lnTo>
                  <a:close/>
                </a:path>
              </a:pathLst>
            </a:custGeom>
            <a:solidFill>
              <a:schemeClr val="tx1"/>
            </a:solidFill>
            <a:ln w="5080" cap="flat">
              <a:solidFill>
                <a:schemeClr val="tx1"/>
              </a:solidFill>
              <a:prstDash val="solid"/>
              <a:miter/>
            </a:ln>
          </p:spPr>
          <p:txBody>
            <a:bodyPr rtlCol="0" anchor="ctr"/>
            <a:lstStyle/>
            <a:p>
              <a:endParaRPr lang="en-US"/>
            </a:p>
          </p:txBody>
        </p:sp>
      </p:grpSp>
      <p:grpSp>
        <p:nvGrpSpPr>
          <p:cNvPr id="33" name="Group 32">
            <a:extLst>
              <a:ext uri="{FF2B5EF4-FFF2-40B4-BE49-F238E27FC236}">
                <a16:creationId xmlns:a16="http://schemas.microsoft.com/office/drawing/2014/main" id="{A6F86D7A-EC4F-B300-1F9B-F61C1A568C2C}"/>
              </a:ext>
            </a:extLst>
          </p:cNvPr>
          <p:cNvGrpSpPr>
            <a:grpSpLocks noGrp="1" noUngrp="1" noRot="1" noMove="1" noResize="1"/>
          </p:cNvGrpSpPr>
          <p:nvPr/>
        </p:nvGrpSpPr>
        <p:grpSpPr>
          <a:xfrm>
            <a:off x="7618967" y="3211937"/>
            <a:ext cx="242219" cy="242219"/>
            <a:chOff x="549973" y="5662381"/>
            <a:chExt cx="242219" cy="242219"/>
          </a:xfrm>
        </p:grpSpPr>
        <p:sp>
          <p:nvSpPr>
            <p:cNvPr id="34" name="Oval 33">
              <a:extLst>
                <a:ext uri="{FF2B5EF4-FFF2-40B4-BE49-F238E27FC236}">
                  <a16:creationId xmlns:a16="http://schemas.microsoft.com/office/drawing/2014/main" id="{5875DB79-3BA7-56A2-64C2-4ACB601BF5DB}"/>
                </a:ext>
              </a:extLst>
            </p:cNvPr>
            <p:cNvSpPr>
              <a:spLocks noGrp="1" noRot="1" noMove="1" noResize="1" noEditPoints="1" noAdjustHandles="1" noChangeArrowheads="1" noChangeShapeType="1"/>
            </p:cNvSpPr>
            <p:nvPr/>
          </p:nvSpPr>
          <p:spPr>
            <a:xfrm>
              <a:off x="549973" y="5662381"/>
              <a:ext cx="242219" cy="242219"/>
            </a:xfrm>
            <a:prstGeom prst="ellipse">
              <a:avLst/>
            </a:prstGeom>
            <a:solidFill>
              <a:srgbClr val="FFBC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bg2"/>
                </a:solidFill>
              </a:endParaRPr>
            </a:p>
          </p:txBody>
        </p:sp>
        <p:sp>
          <p:nvSpPr>
            <p:cNvPr id="35" name="Freeform: Shape 161">
              <a:extLst>
                <a:ext uri="{FF2B5EF4-FFF2-40B4-BE49-F238E27FC236}">
                  <a16:creationId xmlns:a16="http://schemas.microsoft.com/office/drawing/2014/main" id="{E697ABC5-6CD7-E22D-3F05-CCEB0983985A}"/>
                </a:ext>
              </a:extLst>
            </p:cNvPr>
            <p:cNvSpPr>
              <a:spLocks noGrp="1" noRot="1" noChangeAspect="1" noMove="1" noResize="1" noEditPoints="1" noAdjustHandles="1" noChangeArrowheads="1" noChangeShapeType="1"/>
            </p:cNvSpPr>
            <p:nvPr/>
          </p:nvSpPr>
          <p:spPr>
            <a:xfrm>
              <a:off x="616970" y="5729763"/>
              <a:ext cx="108225" cy="107454"/>
            </a:xfrm>
            <a:custGeom>
              <a:avLst/>
              <a:gdLst>
                <a:gd name="connsiteX0" fmla="*/ 169285 w 303934"/>
                <a:gd name="connsiteY0" fmla="*/ 151101 h 301769"/>
                <a:gd name="connsiteX1" fmla="*/ 298306 w 303934"/>
                <a:gd name="connsiteY1" fmla="*/ 22081 h 301769"/>
                <a:gd name="connsiteX2" fmla="*/ 298306 w 303934"/>
                <a:gd name="connsiteY2" fmla="*/ 3897 h 301769"/>
                <a:gd name="connsiteX3" fmla="*/ 280122 w 303934"/>
                <a:gd name="connsiteY3" fmla="*/ 3897 h 301769"/>
                <a:gd name="connsiteX4" fmla="*/ 151101 w 303934"/>
                <a:gd name="connsiteY4" fmla="*/ 132917 h 301769"/>
                <a:gd name="connsiteX5" fmla="*/ 22081 w 303934"/>
                <a:gd name="connsiteY5" fmla="*/ 3897 h 301769"/>
                <a:gd name="connsiteX6" fmla="*/ 3897 w 303934"/>
                <a:gd name="connsiteY6" fmla="*/ 3897 h 301769"/>
                <a:gd name="connsiteX7" fmla="*/ 3897 w 303934"/>
                <a:gd name="connsiteY7" fmla="*/ 22081 h 301769"/>
                <a:gd name="connsiteX8" fmla="*/ 132917 w 303934"/>
                <a:gd name="connsiteY8" fmla="*/ 151101 h 301769"/>
                <a:gd name="connsiteX9" fmla="*/ 3897 w 303934"/>
                <a:gd name="connsiteY9" fmla="*/ 280122 h 301769"/>
                <a:gd name="connsiteX10" fmla="*/ 3897 w 303934"/>
                <a:gd name="connsiteY10" fmla="*/ 298306 h 301769"/>
                <a:gd name="connsiteX11" fmla="*/ 13422 w 303934"/>
                <a:gd name="connsiteY11" fmla="*/ 301769 h 301769"/>
                <a:gd name="connsiteX12" fmla="*/ 22946 w 303934"/>
                <a:gd name="connsiteY12" fmla="*/ 298306 h 301769"/>
                <a:gd name="connsiteX13" fmla="*/ 151967 w 303934"/>
                <a:gd name="connsiteY13" fmla="*/ 169285 h 301769"/>
                <a:gd name="connsiteX14" fmla="*/ 280988 w 303934"/>
                <a:gd name="connsiteY14" fmla="*/ 298306 h 301769"/>
                <a:gd name="connsiteX15" fmla="*/ 290513 w 303934"/>
                <a:gd name="connsiteY15" fmla="*/ 301769 h 301769"/>
                <a:gd name="connsiteX16" fmla="*/ 300037 w 303934"/>
                <a:gd name="connsiteY16" fmla="*/ 298306 h 301769"/>
                <a:gd name="connsiteX17" fmla="*/ 300037 w 303934"/>
                <a:gd name="connsiteY17" fmla="*/ 280122 h 301769"/>
                <a:gd name="connsiteX18" fmla="*/ 169285 w 303934"/>
                <a:gd name="connsiteY18" fmla="*/ 151101 h 301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3934" h="301769">
                  <a:moveTo>
                    <a:pt x="169285" y="151101"/>
                  </a:moveTo>
                  <a:lnTo>
                    <a:pt x="298306" y="22081"/>
                  </a:lnTo>
                  <a:cubicBezTo>
                    <a:pt x="303501" y="16885"/>
                    <a:pt x="303501" y="9092"/>
                    <a:pt x="298306" y="3897"/>
                  </a:cubicBezTo>
                  <a:cubicBezTo>
                    <a:pt x="293110" y="-1299"/>
                    <a:pt x="285317" y="-1299"/>
                    <a:pt x="280122" y="3897"/>
                  </a:cubicBezTo>
                  <a:lnTo>
                    <a:pt x="151101" y="132917"/>
                  </a:lnTo>
                  <a:lnTo>
                    <a:pt x="22081" y="3897"/>
                  </a:lnTo>
                  <a:cubicBezTo>
                    <a:pt x="16885" y="-1299"/>
                    <a:pt x="9092" y="-1299"/>
                    <a:pt x="3897" y="3897"/>
                  </a:cubicBezTo>
                  <a:cubicBezTo>
                    <a:pt x="-1299" y="9092"/>
                    <a:pt x="-1299" y="16885"/>
                    <a:pt x="3897" y="22081"/>
                  </a:cubicBezTo>
                  <a:lnTo>
                    <a:pt x="132917" y="151101"/>
                  </a:lnTo>
                  <a:lnTo>
                    <a:pt x="3897" y="280122"/>
                  </a:lnTo>
                  <a:cubicBezTo>
                    <a:pt x="-1299" y="285317"/>
                    <a:pt x="-1299" y="293110"/>
                    <a:pt x="3897" y="298306"/>
                  </a:cubicBezTo>
                  <a:cubicBezTo>
                    <a:pt x="6494" y="300903"/>
                    <a:pt x="9958" y="301769"/>
                    <a:pt x="13422" y="301769"/>
                  </a:cubicBezTo>
                  <a:cubicBezTo>
                    <a:pt x="16885" y="301769"/>
                    <a:pt x="20349" y="300903"/>
                    <a:pt x="22946" y="298306"/>
                  </a:cubicBezTo>
                  <a:lnTo>
                    <a:pt x="151967" y="169285"/>
                  </a:lnTo>
                  <a:lnTo>
                    <a:pt x="280988" y="298306"/>
                  </a:lnTo>
                  <a:cubicBezTo>
                    <a:pt x="283585" y="300903"/>
                    <a:pt x="287049" y="301769"/>
                    <a:pt x="290513" y="301769"/>
                  </a:cubicBezTo>
                  <a:cubicBezTo>
                    <a:pt x="293976" y="301769"/>
                    <a:pt x="297440" y="300903"/>
                    <a:pt x="300037" y="298306"/>
                  </a:cubicBezTo>
                  <a:cubicBezTo>
                    <a:pt x="305233" y="293110"/>
                    <a:pt x="305233" y="285317"/>
                    <a:pt x="300037" y="280122"/>
                  </a:cubicBezTo>
                  <a:lnTo>
                    <a:pt x="169285" y="151101"/>
                  </a:lnTo>
                  <a:close/>
                </a:path>
              </a:pathLst>
            </a:custGeom>
            <a:solidFill>
              <a:schemeClr val="tx1"/>
            </a:solidFill>
            <a:ln w="5080" cap="flat">
              <a:solidFill>
                <a:schemeClr val="tx1"/>
              </a:solidFill>
              <a:prstDash val="solid"/>
              <a:miter/>
            </a:ln>
          </p:spPr>
          <p:txBody>
            <a:bodyPr rtlCol="0" anchor="ctr"/>
            <a:lstStyle/>
            <a:p>
              <a:endParaRPr lang="en-US"/>
            </a:p>
          </p:txBody>
        </p:sp>
      </p:grpSp>
      <p:grpSp>
        <p:nvGrpSpPr>
          <p:cNvPr id="36" name="Group 35">
            <a:extLst>
              <a:ext uri="{FF2B5EF4-FFF2-40B4-BE49-F238E27FC236}">
                <a16:creationId xmlns:a16="http://schemas.microsoft.com/office/drawing/2014/main" id="{19F10545-11EF-EC2A-A091-D3352B953633}"/>
              </a:ext>
            </a:extLst>
          </p:cNvPr>
          <p:cNvGrpSpPr>
            <a:grpSpLocks noGrp="1" noUngrp="1" noRot="1" noMove="1" noResize="1"/>
          </p:cNvGrpSpPr>
          <p:nvPr/>
        </p:nvGrpSpPr>
        <p:grpSpPr>
          <a:xfrm>
            <a:off x="4247065" y="2310670"/>
            <a:ext cx="242220" cy="242220"/>
            <a:chOff x="549973" y="5293518"/>
            <a:chExt cx="242220" cy="242220"/>
          </a:xfrm>
        </p:grpSpPr>
        <p:sp>
          <p:nvSpPr>
            <p:cNvPr id="37" name="Oval 36">
              <a:extLst>
                <a:ext uri="{FF2B5EF4-FFF2-40B4-BE49-F238E27FC236}">
                  <a16:creationId xmlns:a16="http://schemas.microsoft.com/office/drawing/2014/main" id="{334778C4-6030-CD97-CE69-C975095C63D1}"/>
                </a:ext>
              </a:extLst>
            </p:cNvPr>
            <p:cNvSpPr>
              <a:spLocks noGrp="1" noRot="1" noMove="1" noResize="1" noEditPoints="1" noAdjustHandles="1" noChangeArrowheads="1" noChangeShapeType="1"/>
            </p:cNvSpPr>
            <p:nvPr/>
          </p:nvSpPr>
          <p:spPr>
            <a:xfrm>
              <a:off x="549973" y="5293518"/>
              <a:ext cx="242220" cy="2422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bg2"/>
                </a:solidFill>
              </a:endParaRPr>
            </a:p>
          </p:txBody>
        </p:sp>
        <p:sp>
          <p:nvSpPr>
            <p:cNvPr id="38" name="Freeform: Shape 378">
              <a:extLst>
                <a:ext uri="{FF2B5EF4-FFF2-40B4-BE49-F238E27FC236}">
                  <a16:creationId xmlns:a16="http://schemas.microsoft.com/office/drawing/2014/main" id="{42A3C702-E63E-0A2E-849B-EB605F15BB1B}"/>
                </a:ext>
              </a:extLst>
            </p:cNvPr>
            <p:cNvSpPr>
              <a:spLocks noGrp="1" noRot="1" noChangeAspect="1" noMove="1" noResize="1" noEditPoints="1" noAdjustHandles="1" noChangeArrowheads="1" noChangeShapeType="1"/>
            </p:cNvSpPr>
            <p:nvPr/>
          </p:nvSpPr>
          <p:spPr>
            <a:xfrm>
              <a:off x="592613" y="5361118"/>
              <a:ext cx="156941" cy="107762"/>
            </a:xfrm>
            <a:custGeom>
              <a:avLst/>
              <a:gdLst>
                <a:gd name="connsiteX0" fmla="*/ 151967 w 440747"/>
                <a:gd name="connsiteY0" fmla="*/ 302635 h 302635"/>
                <a:gd name="connsiteX1" fmla="*/ 142442 w 440747"/>
                <a:gd name="connsiteY1" fmla="*/ 299172 h 302635"/>
                <a:gd name="connsiteX2" fmla="*/ 3897 w 440747"/>
                <a:gd name="connsiteY2" fmla="*/ 160626 h 302635"/>
                <a:gd name="connsiteX3" fmla="*/ 3897 w 440747"/>
                <a:gd name="connsiteY3" fmla="*/ 142442 h 302635"/>
                <a:gd name="connsiteX4" fmla="*/ 22081 w 440747"/>
                <a:gd name="connsiteY4" fmla="*/ 142442 h 302635"/>
                <a:gd name="connsiteX5" fmla="*/ 151101 w 440747"/>
                <a:gd name="connsiteY5" fmla="*/ 271463 h 302635"/>
                <a:gd name="connsiteX6" fmla="*/ 418667 w 440747"/>
                <a:gd name="connsiteY6" fmla="*/ 3897 h 302635"/>
                <a:gd name="connsiteX7" fmla="*/ 436851 w 440747"/>
                <a:gd name="connsiteY7" fmla="*/ 3897 h 302635"/>
                <a:gd name="connsiteX8" fmla="*/ 436851 w 440747"/>
                <a:gd name="connsiteY8" fmla="*/ 22081 h 302635"/>
                <a:gd name="connsiteX9" fmla="*/ 159760 w 440747"/>
                <a:gd name="connsiteY9" fmla="*/ 299172 h 302635"/>
                <a:gd name="connsiteX10" fmla="*/ 151967 w 440747"/>
                <a:gd name="connsiteY10" fmla="*/ 302635 h 302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0747" h="302635">
                  <a:moveTo>
                    <a:pt x="151967" y="302635"/>
                  </a:moveTo>
                  <a:cubicBezTo>
                    <a:pt x="148503" y="302635"/>
                    <a:pt x="145040" y="301769"/>
                    <a:pt x="142442" y="299172"/>
                  </a:cubicBezTo>
                  <a:lnTo>
                    <a:pt x="3897" y="160626"/>
                  </a:lnTo>
                  <a:cubicBezTo>
                    <a:pt x="-1299" y="155431"/>
                    <a:pt x="-1299" y="147637"/>
                    <a:pt x="3897" y="142442"/>
                  </a:cubicBezTo>
                  <a:cubicBezTo>
                    <a:pt x="9092" y="137247"/>
                    <a:pt x="16885" y="137247"/>
                    <a:pt x="22081" y="142442"/>
                  </a:cubicBezTo>
                  <a:lnTo>
                    <a:pt x="151101" y="271463"/>
                  </a:lnTo>
                  <a:lnTo>
                    <a:pt x="418667" y="3897"/>
                  </a:lnTo>
                  <a:cubicBezTo>
                    <a:pt x="423863" y="-1299"/>
                    <a:pt x="431656" y="-1299"/>
                    <a:pt x="436851" y="3897"/>
                  </a:cubicBezTo>
                  <a:cubicBezTo>
                    <a:pt x="442047" y="9092"/>
                    <a:pt x="442047" y="16885"/>
                    <a:pt x="436851" y="22081"/>
                  </a:cubicBezTo>
                  <a:lnTo>
                    <a:pt x="159760" y="299172"/>
                  </a:lnTo>
                  <a:cubicBezTo>
                    <a:pt x="158894" y="300903"/>
                    <a:pt x="155431" y="302635"/>
                    <a:pt x="151967" y="302635"/>
                  </a:cubicBezTo>
                  <a:close/>
                </a:path>
              </a:pathLst>
            </a:custGeom>
            <a:solidFill>
              <a:schemeClr val="tx1"/>
            </a:solidFill>
            <a:ln w="5080" cap="flat">
              <a:solidFill>
                <a:schemeClr val="tx1"/>
              </a:solidFill>
              <a:prstDash val="solid"/>
              <a:miter/>
            </a:ln>
          </p:spPr>
          <p:txBody>
            <a:bodyPr rtlCol="0" anchor="ctr"/>
            <a:lstStyle/>
            <a:p>
              <a:endParaRPr lang="en-US"/>
            </a:p>
          </p:txBody>
        </p:sp>
      </p:grpSp>
      <p:cxnSp>
        <p:nvCxnSpPr>
          <p:cNvPr id="6" name="Straight Connector 5">
            <a:extLst>
              <a:ext uri="{FF2B5EF4-FFF2-40B4-BE49-F238E27FC236}">
                <a16:creationId xmlns:a16="http://schemas.microsoft.com/office/drawing/2014/main" id="{90558236-34B0-3403-6EB7-845C9844BDDD}"/>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p:nvCxnSpPr>
        <p:spPr>
          <a:xfrm>
            <a:off x="4090030" y="4690367"/>
            <a:ext cx="763587" cy="0"/>
          </a:xfrm>
          <a:prstGeom prst="line">
            <a:avLst/>
          </a:prstGeom>
          <a:ln w="9525">
            <a:solidFill>
              <a:schemeClr val="bg1"/>
            </a:solidFill>
            <a:tailEnd type="oval" w="sm"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51C516B-2D1E-B5DB-5DDB-E0742F1767C5}"/>
              </a:ext>
            </a:extLst>
          </p:cNvPr>
          <p:cNvSpPr txBox="1">
            <a:spLocks noGrp="1" noRot="1" noMove="1" noResize="1" noEditPoints="1" noAdjustHandles="1" noChangeArrowheads="1" noChangeShapeType="1"/>
          </p:cNvSpPr>
          <p:nvPr/>
        </p:nvSpPr>
        <p:spPr>
          <a:xfrm>
            <a:off x="946177" y="4496516"/>
            <a:ext cx="3167036" cy="1107996"/>
          </a:xfrm>
          <a:prstGeom prst="rect">
            <a:avLst/>
          </a:prstGeom>
          <a:noFill/>
        </p:spPr>
        <p:txBody>
          <a:bodyPr wrap="square">
            <a:spAutoFit/>
          </a:bodyPr>
          <a:lstStyle/>
          <a:p>
            <a:pPr algn="r"/>
            <a:r>
              <a:rPr lang="en-US" sz="1800" b="1" dirty="0">
                <a:solidFill>
                  <a:schemeClr val="accent1"/>
                </a:solidFill>
                <a:latin typeface="+mj-lt"/>
              </a:rPr>
              <a:t>Wasabi Green,</a:t>
            </a:r>
            <a:br>
              <a:rPr lang="en-US" sz="1800" b="1" dirty="0">
                <a:solidFill>
                  <a:schemeClr val="accent1"/>
                </a:solidFill>
                <a:latin typeface="+mj-lt"/>
              </a:rPr>
            </a:br>
            <a:r>
              <a:rPr lang="en-US" sz="1800" b="1" dirty="0">
                <a:solidFill>
                  <a:schemeClr val="accent1"/>
                </a:solidFill>
                <a:latin typeface="+mj-lt"/>
              </a:rPr>
              <a:t>positive callouts or growth </a:t>
            </a:r>
            <a:br>
              <a:rPr lang="en-US" sz="1800" b="1" dirty="0">
                <a:solidFill>
                  <a:schemeClr val="accent1"/>
                </a:solidFill>
                <a:latin typeface="+mj-lt"/>
              </a:rPr>
            </a:br>
            <a:r>
              <a:rPr lang="en-US" sz="1500" dirty="0">
                <a:solidFill>
                  <a:schemeClr val="bg1"/>
                </a:solidFill>
              </a:rPr>
              <a:t>#63DF4E</a:t>
            </a:r>
            <a:br>
              <a:rPr lang="en-US" sz="1500" dirty="0">
                <a:solidFill>
                  <a:schemeClr val="bg1"/>
                </a:solidFill>
              </a:rPr>
            </a:br>
            <a:r>
              <a:rPr lang="en-US" sz="1500" dirty="0">
                <a:solidFill>
                  <a:schemeClr val="bg1"/>
                </a:solidFill>
              </a:rPr>
              <a:t>RGB 99/223/78</a:t>
            </a:r>
            <a:endParaRPr lang="en-US" sz="1500" b="1" dirty="0">
              <a:solidFill>
                <a:schemeClr val="accent1"/>
              </a:solidFill>
              <a:latin typeface="+mj-lt"/>
            </a:endParaRPr>
          </a:p>
        </p:txBody>
      </p:sp>
    </p:spTree>
    <p:extLst>
      <p:ext uri="{BB962C8B-B14F-4D97-AF65-F5344CB8AC3E}">
        <p14:creationId xmlns:p14="http://schemas.microsoft.com/office/powerpoint/2010/main" val="367218651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28C05-703B-54DB-24A6-8A8ACBBC1F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0CB4866-F433-C537-5D5B-F46D9AF3F31D}"/>
              </a:ext>
            </a:extLst>
          </p:cNvPr>
          <p:cNvSpPr>
            <a:spLocks noGrp="1"/>
          </p:cNvSpPr>
          <p:nvPr>
            <p:ph type="title"/>
          </p:nvPr>
        </p:nvSpPr>
        <p:spPr>
          <a:xfrm>
            <a:off x="548641" y="547688"/>
            <a:ext cx="11089323" cy="3589909"/>
          </a:xfrm>
        </p:spPr>
        <p:txBody>
          <a:bodyPr/>
          <a:lstStyle/>
          <a:p>
            <a:r>
              <a:rPr lang="en-US">
                <a:solidFill>
                  <a:schemeClr val="accent1"/>
                </a:solidFill>
              </a:rPr>
              <a:t>Cover</a:t>
            </a:r>
            <a:r>
              <a:rPr lang="en-US"/>
              <a:t> </a:t>
            </a:r>
            <a:br>
              <a:rPr lang="en-US"/>
            </a:br>
            <a:r>
              <a:rPr lang="en-US"/>
              <a:t>stand alone</a:t>
            </a:r>
          </a:p>
        </p:txBody>
      </p:sp>
      <p:sp>
        <p:nvSpPr>
          <p:cNvPr id="7" name="Text Placeholder 6">
            <a:extLst>
              <a:ext uri="{FF2B5EF4-FFF2-40B4-BE49-F238E27FC236}">
                <a16:creationId xmlns:a16="http://schemas.microsoft.com/office/drawing/2014/main" id="{D91065B1-D3CC-5CD5-5454-412A979D818A}"/>
              </a:ext>
            </a:extLst>
          </p:cNvPr>
          <p:cNvSpPr>
            <a:spLocks noGrp="1"/>
          </p:cNvSpPr>
          <p:nvPr>
            <p:ph type="body" sz="quarter" idx="10"/>
          </p:nvPr>
        </p:nvSpPr>
        <p:spPr>
          <a:xfrm>
            <a:off x="549275" y="4138613"/>
            <a:ext cx="6386513" cy="890587"/>
          </a:xfrm>
        </p:spPr>
        <p:txBody>
          <a:bodyPr/>
          <a:lstStyle/>
          <a:p>
            <a:r>
              <a:rPr lang="en-US"/>
              <a:t>Speaker first and last name</a:t>
            </a:r>
          </a:p>
        </p:txBody>
      </p:sp>
      <p:sp>
        <p:nvSpPr>
          <p:cNvPr id="8" name="Text Placeholder 7">
            <a:extLst>
              <a:ext uri="{FF2B5EF4-FFF2-40B4-BE49-F238E27FC236}">
                <a16:creationId xmlns:a16="http://schemas.microsoft.com/office/drawing/2014/main" id="{51378267-5F3B-8CD1-1F4F-09C94C28CC08}"/>
              </a:ext>
            </a:extLst>
          </p:cNvPr>
          <p:cNvSpPr>
            <a:spLocks noGrp="1"/>
          </p:cNvSpPr>
          <p:nvPr>
            <p:ph type="body" sz="quarter" idx="11"/>
          </p:nvPr>
        </p:nvSpPr>
        <p:spPr>
          <a:xfrm>
            <a:off x="549275" y="5133975"/>
            <a:ext cx="6386513" cy="514350"/>
          </a:xfrm>
        </p:spPr>
        <p:txBody>
          <a:bodyPr/>
          <a:lstStyle/>
          <a:p>
            <a:r>
              <a:rPr lang="en-US"/>
              <a:t>Job title and company</a:t>
            </a:r>
          </a:p>
        </p:txBody>
      </p:sp>
    </p:spTree>
    <p:extLst>
      <p:ext uri="{BB962C8B-B14F-4D97-AF65-F5344CB8AC3E}">
        <p14:creationId xmlns:p14="http://schemas.microsoft.com/office/powerpoint/2010/main" val="401626486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5979F1B-B9AD-F366-B8E0-99088EA84680}"/>
              </a:ext>
            </a:extLst>
          </p:cNvPr>
          <p:cNvSpPr>
            <a:spLocks noGrp="1"/>
          </p:cNvSpPr>
          <p:nvPr>
            <p:ph type="title"/>
          </p:nvPr>
        </p:nvSpPr>
        <p:spPr/>
        <p:txBody>
          <a:bodyPr/>
          <a:lstStyle/>
          <a:p>
            <a:r>
              <a:rPr lang="en-US">
                <a:solidFill>
                  <a:schemeClr val="accent1"/>
                </a:solidFill>
              </a:rPr>
              <a:t>Cover </a:t>
            </a:r>
            <a:br>
              <a:rPr lang="en-US">
                <a:solidFill>
                  <a:schemeClr val="accent1"/>
                </a:solidFill>
              </a:rPr>
            </a:br>
            <a:r>
              <a:rPr lang="en-US"/>
              <a:t>with</a:t>
            </a:r>
            <a:r>
              <a:rPr lang="en-US">
                <a:solidFill>
                  <a:schemeClr val="accent1"/>
                </a:solidFill>
              </a:rPr>
              <a:t> </a:t>
            </a:r>
            <a:r>
              <a:rPr lang="en-US">
                <a:solidFill>
                  <a:schemeClr val="bg2"/>
                </a:solidFill>
              </a:rPr>
              <a:t>subtitle</a:t>
            </a:r>
            <a:endParaRPr lang="en-US"/>
          </a:p>
        </p:txBody>
      </p:sp>
      <p:sp>
        <p:nvSpPr>
          <p:cNvPr id="7" name="Text Placeholder 6">
            <a:extLst>
              <a:ext uri="{FF2B5EF4-FFF2-40B4-BE49-F238E27FC236}">
                <a16:creationId xmlns:a16="http://schemas.microsoft.com/office/drawing/2014/main" id="{BA72763F-398D-09D7-1EA6-F8127D912151}"/>
              </a:ext>
            </a:extLst>
          </p:cNvPr>
          <p:cNvSpPr>
            <a:spLocks noGrp="1"/>
          </p:cNvSpPr>
          <p:nvPr>
            <p:ph type="body" sz="quarter" idx="10"/>
          </p:nvPr>
        </p:nvSpPr>
        <p:spPr/>
        <p:txBody>
          <a:bodyPr/>
          <a:lstStyle/>
          <a:p>
            <a:r>
              <a:rPr lang="en-US"/>
              <a:t>Speaker first and last name</a:t>
            </a:r>
          </a:p>
        </p:txBody>
      </p:sp>
      <p:sp>
        <p:nvSpPr>
          <p:cNvPr id="8" name="Text Placeholder 7">
            <a:extLst>
              <a:ext uri="{FF2B5EF4-FFF2-40B4-BE49-F238E27FC236}">
                <a16:creationId xmlns:a16="http://schemas.microsoft.com/office/drawing/2014/main" id="{73C37E0E-A522-1015-7B19-25D07DF91DC0}"/>
              </a:ext>
            </a:extLst>
          </p:cNvPr>
          <p:cNvSpPr>
            <a:spLocks noGrp="1"/>
          </p:cNvSpPr>
          <p:nvPr>
            <p:ph type="body" sz="quarter" idx="11"/>
          </p:nvPr>
        </p:nvSpPr>
        <p:spPr/>
        <p:txBody>
          <a:bodyPr/>
          <a:lstStyle/>
          <a:p>
            <a:r>
              <a:rPr lang="en-US"/>
              <a:t>Job title and company</a:t>
            </a:r>
          </a:p>
          <a:p>
            <a:endParaRPr lang="en-US"/>
          </a:p>
          <a:p>
            <a:endParaRPr lang="en-US"/>
          </a:p>
        </p:txBody>
      </p:sp>
      <p:sp>
        <p:nvSpPr>
          <p:cNvPr id="6" name="Subtitle 5">
            <a:extLst>
              <a:ext uri="{FF2B5EF4-FFF2-40B4-BE49-F238E27FC236}">
                <a16:creationId xmlns:a16="http://schemas.microsoft.com/office/drawing/2014/main" id="{5D3404DB-FD4E-93CB-BADF-0968EE5CA0C9}"/>
              </a:ext>
            </a:extLst>
          </p:cNvPr>
          <p:cNvSpPr>
            <a:spLocks noGrp="1"/>
          </p:cNvSpPr>
          <p:nvPr>
            <p:ph type="subTitle" idx="1"/>
          </p:nvPr>
        </p:nvSpPr>
        <p:spPr/>
        <p:txBody>
          <a:bodyPr/>
          <a:lstStyle/>
          <a:p>
            <a:r>
              <a:rPr lang="en-US"/>
              <a:t>Optional subtitle</a:t>
            </a:r>
          </a:p>
        </p:txBody>
      </p:sp>
    </p:spTree>
    <p:extLst>
      <p:ext uri="{BB962C8B-B14F-4D97-AF65-F5344CB8AC3E}">
        <p14:creationId xmlns:p14="http://schemas.microsoft.com/office/powerpoint/2010/main" val="736915332"/>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856A1-0B61-9EE6-99BE-A99077DF5322}"/>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FB08DF8F-C5EA-903C-AD24-1E0FC3C5334E}"/>
              </a:ext>
            </a:extLst>
          </p:cNvPr>
          <p:cNvSpPr>
            <a:spLocks noGrp="1"/>
          </p:cNvSpPr>
          <p:nvPr>
            <p:ph type="title"/>
          </p:nvPr>
        </p:nvSpPr>
        <p:spPr>
          <a:xfrm>
            <a:off x="548639" y="867116"/>
            <a:ext cx="11082338" cy="3273656"/>
          </a:xfrm>
        </p:spPr>
        <p:txBody>
          <a:bodyPr/>
          <a:lstStyle/>
          <a:p>
            <a:r>
              <a:rPr lang="en-US">
                <a:solidFill>
                  <a:schemeClr val="accent1"/>
                </a:solidFill>
              </a:rPr>
              <a:t>Cover</a:t>
            </a:r>
            <a:r>
              <a:rPr lang="en-US"/>
              <a:t> </a:t>
            </a:r>
            <a:br>
              <a:rPr lang="en-US"/>
            </a:br>
            <a:r>
              <a:rPr lang="en-US"/>
              <a:t>with multiple speakers</a:t>
            </a:r>
          </a:p>
        </p:txBody>
      </p:sp>
      <p:sp>
        <p:nvSpPr>
          <p:cNvPr id="12" name="Text Placeholder 11">
            <a:extLst>
              <a:ext uri="{FF2B5EF4-FFF2-40B4-BE49-F238E27FC236}">
                <a16:creationId xmlns:a16="http://schemas.microsoft.com/office/drawing/2014/main" id="{A0DDA8A7-E0D5-8C16-74DA-582C52C75944}"/>
              </a:ext>
            </a:extLst>
          </p:cNvPr>
          <p:cNvSpPr>
            <a:spLocks noGrp="1"/>
          </p:cNvSpPr>
          <p:nvPr>
            <p:ph type="body" sz="quarter" idx="10"/>
          </p:nvPr>
        </p:nvSpPr>
        <p:spPr>
          <a:xfrm>
            <a:off x="548639" y="4139184"/>
            <a:ext cx="2632711" cy="890577"/>
          </a:xfrm>
        </p:spPr>
        <p:txBody>
          <a:bodyPr/>
          <a:lstStyle/>
          <a:p>
            <a:r>
              <a:rPr lang="en-US"/>
              <a:t>Speaker first </a:t>
            </a:r>
            <a:br>
              <a:rPr lang="en-US"/>
            </a:br>
            <a:r>
              <a:rPr lang="en-US"/>
              <a:t>and last name</a:t>
            </a:r>
          </a:p>
        </p:txBody>
      </p:sp>
      <p:sp>
        <p:nvSpPr>
          <p:cNvPr id="13" name="Text Placeholder 12">
            <a:extLst>
              <a:ext uri="{FF2B5EF4-FFF2-40B4-BE49-F238E27FC236}">
                <a16:creationId xmlns:a16="http://schemas.microsoft.com/office/drawing/2014/main" id="{7B41417A-C31D-EC33-7DAE-6D4DA5E9E529}"/>
              </a:ext>
            </a:extLst>
          </p:cNvPr>
          <p:cNvSpPr>
            <a:spLocks noGrp="1"/>
          </p:cNvSpPr>
          <p:nvPr>
            <p:ph type="body" sz="quarter" idx="11"/>
          </p:nvPr>
        </p:nvSpPr>
        <p:spPr>
          <a:xfrm>
            <a:off x="548639" y="5133960"/>
            <a:ext cx="2632711" cy="514507"/>
          </a:xfrm>
        </p:spPr>
        <p:txBody>
          <a:bodyPr/>
          <a:lstStyle/>
          <a:p>
            <a:r>
              <a:rPr lang="en-US"/>
              <a:t>Job title and company</a:t>
            </a:r>
          </a:p>
        </p:txBody>
      </p:sp>
      <p:sp>
        <p:nvSpPr>
          <p:cNvPr id="14" name="Text Placeholder 13">
            <a:extLst>
              <a:ext uri="{FF2B5EF4-FFF2-40B4-BE49-F238E27FC236}">
                <a16:creationId xmlns:a16="http://schemas.microsoft.com/office/drawing/2014/main" id="{406CE7FD-00E9-7F54-6E90-795B4889AF65}"/>
              </a:ext>
            </a:extLst>
          </p:cNvPr>
          <p:cNvSpPr>
            <a:spLocks noGrp="1"/>
          </p:cNvSpPr>
          <p:nvPr>
            <p:ph type="body" sz="quarter" idx="12"/>
          </p:nvPr>
        </p:nvSpPr>
        <p:spPr>
          <a:xfrm>
            <a:off x="3367089" y="4139184"/>
            <a:ext cx="2641600" cy="890577"/>
          </a:xfrm>
        </p:spPr>
        <p:txBody>
          <a:bodyPr/>
          <a:lstStyle/>
          <a:p>
            <a:r>
              <a:rPr lang="en-US"/>
              <a:t>Speaker first </a:t>
            </a:r>
            <a:br>
              <a:rPr lang="en-US"/>
            </a:br>
            <a:r>
              <a:rPr lang="en-US"/>
              <a:t>and last name</a:t>
            </a:r>
          </a:p>
        </p:txBody>
      </p:sp>
      <p:sp>
        <p:nvSpPr>
          <p:cNvPr id="15" name="Text Placeholder 14">
            <a:extLst>
              <a:ext uri="{FF2B5EF4-FFF2-40B4-BE49-F238E27FC236}">
                <a16:creationId xmlns:a16="http://schemas.microsoft.com/office/drawing/2014/main" id="{F0AF4A33-6DFC-71CD-2D03-7655CC6963A1}"/>
              </a:ext>
            </a:extLst>
          </p:cNvPr>
          <p:cNvSpPr>
            <a:spLocks noGrp="1"/>
          </p:cNvSpPr>
          <p:nvPr>
            <p:ph type="body" sz="quarter" idx="13"/>
          </p:nvPr>
        </p:nvSpPr>
        <p:spPr>
          <a:xfrm>
            <a:off x="3367089" y="5133960"/>
            <a:ext cx="2641600" cy="514507"/>
          </a:xfrm>
        </p:spPr>
        <p:txBody>
          <a:bodyPr/>
          <a:lstStyle/>
          <a:p>
            <a:r>
              <a:rPr lang="en-US"/>
              <a:t>Job title and company</a:t>
            </a:r>
          </a:p>
        </p:txBody>
      </p:sp>
      <p:sp>
        <p:nvSpPr>
          <p:cNvPr id="16" name="Text Placeholder 15">
            <a:extLst>
              <a:ext uri="{FF2B5EF4-FFF2-40B4-BE49-F238E27FC236}">
                <a16:creationId xmlns:a16="http://schemas.microsoft.com/office/drawing/2014/main" id="{2DD5E393-D01D-BE24-FAD7-1627966D35F0}"/>
              </a:ext>
            </a:extLst>
          </p:cNvPr>
          <p:cNvSpPr>
            <a:spLocks noGrp="1"/>
          </p:cNvSpPr>
          <p:nvPr>
            <p:ph type="body" sz="quarter" idx="14"/>
          </p:nvPr>
        </p:nvSpPr>
        <p:spPr>
          <a:xfrm>
            <a:off x="6188075" y="4139184"/>
            <a:ext cx="2633663" cy="890577"/>
          </a:xfrm>
        </p:spPr>
        <p:txBody>
          <a:bodyPr/>
          <a:lstStyle/>
          <a:p>
            <a:r>
              <a:rPr lang="en-US"/>
              <a:t>Speaker first </a:t>
            </a:r>
            <a:br>
              <a:rPr lang="en-US"/>
            </a:br>
            <a:r>
              <a:rPr lang="en-US"/>
              <a:t>and last name</a:t>
            </a:r>
          </a:p>
        </p:txBody>
      </p:sp>
      <p:sp>
        <p:nvSpPr>
          <p:cNvPr id="17" name="Text Placeholder 16">
            <a:extLst>
              <a:ext uri="{FF2B5EF4-FFF2-40B4-BE49-F238E27FC236}">
                <a16:creationId xmlns:a16="http://schemas.microsoft.com/office/drawing/2014/main" id="{D518DA33-F164-86A6-E0ED-8C36CCBF479D}"/>
              </a:ext>
            </a:extLst>
          </p:cNvPr>
          <p:cNvSpPr>
            <a:spLocks noGrp="1"/>
          </p:cNvSpPr>
          <p:nvPr>
            <p:ph type="body" sz="quarter" idx="15"/>
          </p:nvPr>
        </p:nvSpPr>
        <p:spPr>
          <a:xfrm>
            <a:off x="6188075" y="5133960"/>
            <a:ext cx="2633663" cy="514507"/>
          </a:xfrm>
        </p:spPr>
        <p:txBody>
          <a:bodyPr/>
          <a:lstStyle/>
          <a:p>
            <a:r>
              <a:rPr lang="en-US"/>
              <a:t>Job title and company</a:t>
            </a:r>
          </a:p>
        </p:txBody>
      </p:sp>
      <p:sp>
        <p:nvSpPr>
          <p:cNvPr id="18" name="Text Placeholder 17">
            <a:extLst>
              <a:ext uri="{FF2B5EF4-FFF2-40B4-BE49-F238E27FC236}">
                <a16:creationId xmlns:a16="http://schemas.microsoft.com/office/drawing/2014/main" id="{F10871A1-02DF-8693-9F29-770DA51B6A92}"/>
              </a:ext>
            </a:extLst>
          </p:cNvPr>
          <p:cNvSpPr>
            <a:spLocks noGrp="1"/>
          </p:cNvSpPr>
          <p:nvPr>
            <p:ph type="body" sz="quarter" idx="16"/>
          </p:nvPr>
        </p:nvSpPr>
        <p:spPr>
          <a:xfrm>
            <a:off x="9002713" y="4139184"/>
            <a:ext cx="2633662" cy="890577"/>
          </a:xfrm>
        </p:spPr>
        <p:txBody>
          <a:bodyPr/>
          <a:lstStyle/>
          <a:p>
            <a:r>
              <a:rPr lang="en-US"/>
              <a:t>Speaker first </a:t>
            </a:r>
            <a:br>
              <a:rPr lang="en-US"/>
            </a:br>
            <a:r>
              <a:rPr lang="en-US"/>
              <a:t>and last name</a:t>
            </a:r>
          </a:p>
        </p:txBody>
      </p:sp>
      <p:sp>
        <p:nvSpPr>
          <p:cNvPr id="19" name="Text Placeholder 18">
            <a:extLst>
              <a:ext uri="{FF2B5EF4-FFF2-40B4-BE49-F238E27FC236}">
                <a16:creationId xmlns:a16="http://schemas.microsoft.com/office/drawing/2014/main" id="{2CCEB7F0-DB3E-4F32-FF9E-C78921198B20}"/>
              </a:ext>
            </a:extLst>
          </p:cNvPr>
          <p:cNvSpPr>
            <a:spLocks noGrp="1"/>
          </p:cNvSpPr>
          <p:nvPr>
            <p:ph type="body" sz="quarter" idx="17"/>
          </p:nvPr>
        </p:nvSpPr>
        <p:spPr>
          <a:xfrm>
            <a:off x="9002576" y="5133960"/>
            <a:ext cx="2633799" cy="514507"/>
          </a:xfrm>
        </p:spPr>
        <p:txBody>
          <a:bodyPr/>
          <a:lstStyle/>
          <a:p>
            <a:r>
              <a:rPr lang="en-US"/>
              <a:t>Job title and company</a:t>
            </a:r>
          </a:p>
        </p:txBody>
      </p:sp>
    </p:spTree>
    <p:extLst>
      <p:ext uri="{BB962C8B-B14F-4D97-AF65-F5344CB8AC3E}">
        <p14:creationId xmlns:p14="http://schemas.microsoft.com/office/powerpoint/2010/main" val="243397705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F79D8-E9C2-60A8-DC06-EB2B2765A20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B5E0BE71-D425-177E-071D-A25621601A94}"/>
              </a:ext>
            </a:extLst>
          </p:cNvPr>
          <p:cNvSpPr>
            <a:spLocks noGrp="1"/>
          </p:cNvSpPr>
          <p:nvPr>
            <p:ph type="title"/>
          </p:nvPr>
        </p:nvSpPr>
        <p:spPr>
          <a:xfrm>
            <a:off x="548640" y="1960326"/>
            <a:ext cx="3147871" cy="1304863"/>
          </a:xfrm>
        </p:spPr>
        <p:txBody>
          <a:bodyPr/>
          <a:lstStyle/>
          <a:p>
            <a:r>
              <a:rPr lang="en-US" sz="5400" b="0">
                <a:solidFill>
                  <a:schemeClr val="accent1"/>
                </a:solidFill>
              </a:rPr>
              <a:t>Table of </a:t>
            </a:r>
            <a:r>
              <a:rPr lang="en-US" sz="5400" b="0"/>
              <a:t>contents</a:t>
            </a:r>
          </a:p>
        </p:txBody>
      </p:sp>
      <p:sp>
        <p:nvSpPr>
          <p:cNvPr id="11" name="Text Placeholder 10">
            <a:extLst>
              <a:ext uri="{FF2B5EF4-FFF2-40B4-BE49-F238E27FC236}">
                <a16:creationId xmlns:a16="http://schemas.microsoft.com/office/drawing/2014/main" id="{C4FA3230-B19A-A2BC-3F2C-D08D1C6C4C7E}"/>
              </a:ext>
            </a:extLst>
          </p:cNvPr>
          <p:cNvSpPr>
            <a:spLocks noGrp="1"/>
          </p:cNvSpPr>
          <p:nvPr>
            <p:ph type="body" sz="quarter" idx="11"/>
          </p:nvPr>
        </p:nvSpPr>
        <p:spPr/>
        <p:txBody>
          <a:bodyPr/>
          <a:lstStyle/>
          <a:p>
            <a:endParaRPr lang="en-US"/>
          </a:p>
        </p:txBody>
      </p:sp>
      <p:sp>
        <p:nvSpPr>
          <p:cNvPr id="12" name="Rounded Rectangle 16">
            <a:extLst>
              <a:ext uri="{FF2B5EF4-FFF2-40B4-BE49-F238E27FC236}">
                <a16:creationId xmlns:a16="http://schemas.microsoft.com/office/drawing/2014/main" id="{1CA42FA9-4D7E-3DF2-44B4-6B02FC232487}"/>
              </a:ext>
              <a:ext uri="{C183D7F6-B498-43B3-948B-1728B52AA6E4}">
                <adec:decorative xmlns:adec="http://schemas.microsoft.com/office/drawing/2017/decorative" val="1"/>
              </a:ext>
            </a:extLst>
          </p:cNvPr>
          <p:cNvSpPr/>
          <p:nvPr/>
        </p:nvSpPr>
        <p:spPr>
          <a:xfrm>
            <a:off x="5165387" y="530352"/>
            <a:ext cx="6470988" cy="5654549"/>
          </a:xfrm>
          <a:prstGeom prst="roundRect">
            <a:avLst>
              <a:gd name="adj" fmla="val 3699"/>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en-US" sz="1600">
              <a:solidFill>
                <a:schemeClr val="tx1"/>
              </a:solidFill>
            </a:endParaRPr>
          </a:p>
        </p:txBody>
      </p:sp>
      <p:graphicFrame>
        <p:nvGraphicFramePr>
          <p:cNvPr id="14" name="Table Placeholder 3">
            <a:extLst>
              <a:ext uri="{FF2B5EF4-FFF2-40B4-BE49-F238E27FC236}">
                <a16:creationId xmlns:a16="http://schemas.microsoft.com/office/drawing/2014/main" id="{A9D0EB5C-EB2A-E5BF-4B51-0AC9C80CBD45}"/>
              </a:ext>
              <a:ext uri="{C183D7F6-B498-43B3-948B-1728B52AA6E4}">
                <adec:decorative xmlns:adec="http://schemas.microsoft.com/office/drawing/2017/decorative" val="1"/>
              </a:ext>
            </a:extLst>
          </p:cNvPr>
          <p:cNvGraphicFramePr>
            <a:graphicFrameLocks/>
          </p:cNvGraphicFramePr>
          <p:nvPr>
            <p:extLst>
              <p:ext uri="{D42A27DB-BD31-4B8C-83A1-F6EECF244321}">
                <p14:modId xmlns:p14="http://schemas.microsoft.com/office/powerpoint/2010/main" val="1279649545"/>
              </p:ext>
            </p:extLst>
          </p:nvPr>
        </p:nvGraphicFramePr>
        <p:xfrm>
          <a:off x="5471357" y="760343"/>
          <a:ext cx="5859049" cy="5194566"/>
        </p:xfrm>
        <a:graphic>
          <a:graphicData uri="http://schemas.openxmlformats.org/drawingml/2006/table">
            <a:tbl>
              <a:tblPr firstRow="1" bandRow="1">
                <a:tableStyleId>{9D7B26C5-4107-4FEC-AEDC-1716B250A1EF}</a:tableStyleId>
              </a:tblPr>
              <a:tblGrid>
                <a:gridCol w="622570">
                  <a:extLst>
                    <a:ext uri="{9D8B030D-6E8A-4147-A177-3AD203B41FA5}">
                      <a16:colId xmlns:a16="http://schemas.microsoft.com/office/drawing/2014/main" val="479827950"/>
                    </a:ext>
                  </a:extLst>
                </a:gridCol>
                <a:gridCol w="661481">
                  <a:extLst>
                    <a:ext uri="{9D8B030D-6E8A-4147-A177-3AD203B41FA5}">
                      <a16:colId xmlns:a16="http://schemas.microsoft.com/office/drawing/2014/main" val="1674393172"/>
                    </a:ext>
                  </a:extLst>
                </a:gridCol>
                <a:gridCol w="4574998">
                  <a:extLst>
                    <a:ext uri="{9D8B030D-6E8A-4147-A177-3AD203B41FA5}">
                      <a16:colId xmlns:a16="http://schemas.microsoft.com/office/drawing/2014/main" val="3679462579"/>
                    </a:ext>
                  </a:extLst>
                </a:gridCol>
              </a:tblGrid>
              <a:tr h="577174">
                <a:tc>
                  <a:txBody>
                    <a:bodyPr/>
                    <a:lstStyle/>
                    <a:p>
                      <a:r>
                        <a:rPr lang="en-US" sz="2400" b="0" i="0">
                          <a:solidFill>
                            <a:schemeClr val="accent1"/>
                          </a:solidFill>
                          <a:latin typeface="ServiceNow Sans Medium" panose="020B0704040101010104" pitchFamily="34" charset="0"/>
                          <a:cs typeface="ServiceNow Sans Medium" panose="020B0704040101010104" pitchFamily="34" charset="0"/>
                        </a:rPr>
                        <a:t>##</a:t>
                      </a:r>
                    </a:p>
                  </a:txBody>
                  <a:tcPr marL="0" marR="0" marT="0" marB="0" anchor="ctr">
                    <a:lnL>
                      <a:noFill/>
                    </a:lnL>
                    <a:lnR>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r>
                        <a:rPr lang="en-US" sz="2400" b="0" i="0">
                          <a:solidFill>
                            <a:schemeClr val="bg1"/>
                          </a:solidFill>
                          <a:latin typeface="ServiceNow Sans Medium" panose="020B0704040101010104" pitchFamily="34" charset="0"/>
                          <a:cs typeface="ServiceNow Sans Medium" panose="020B0704040101010104" pitchFamily="34" charset="0"/>
                        </a:rPr>
                        <a:t>Chapter 1</a:t>
                      </a:r>
                    </a:p>
                  </a:txBody>
                  <a:tcPr marL="0" marR="0" marT="0" marB="0" anchor="ctr">
                    <a:lnL>
                      <a:noFill/>
                    </a:lnL>
                    <a:lnR>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2400" b="0" i="0">
                        <a:solidFill>
                          <a:schemeClr val="accent1"/>
                        </a:solidFill>
                        <a:latin typeface="ServiceNow Sans Medium" panose="020B0704040101010104" pitchFamily="34" charset="0"/>
                        <a:cs typeface="ServiceNow Sans Medium" panose="020B0704040101010104" pitchFamily="34" charset="0"/>
                      </a:endParaRPr>
                    </a:p>
                  </a:txBody>
                  <a:tcPr marL="0" marR="0" marT="0" marB="0" anchor="ctr">
                    <a:lnL>
                      <a:noFill/>
                    </a:lnL>
                    <a:lnR>
                      <a:noFill/>
                    </a:lnR>
                    <a:lnT w="12700" cmpd="sng">
                      <a:noFill/>
                    </a:lnT>
                    <a:lnB w="6350" cap="flat" cmpd="sng" algn="ctr">
                      <a:solidFill>
                        <a:srgbClr val="1410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7741481"/>
                  </a:ext>
                </a:extLst>
              </a:tr>
              <a:tr h="577174">
                <a:tc>
                  <a:txBody>
                    <a:bodyPr/>
                    <a:lstStyle/>
                    <a:p>
                      <a:r>
                        <a:rPr lang="en-US" sz="2400" b="0" i="0">
                          <a:solidFill>
                            <a:schemeClr val="accent1"/>
                          </a:solidFill>
                          <a:latin typeface="ServiceNow Sans Medium" panose="020B0704040101010104" pitchFamily="34" charset="0"/>
                          <a:cs typeface="ServiceNow Sans Medium" panose="020B0704040101010104" pitchFamily="34" charset="0"/>
                        </a:rPr>
                        <a:t>##</a:t>
                      </a:r>
                    </a:p>
                  </a:txBody>
                  <a:tcPr marL="0" marR="0" marT="0" marB="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r>
                        <a:rPr lang="en-US" sz="2400" b="0" i="0">
                          <a:solidFill>
                            <a:schemeClr val="bg1"/>
                          </a:solidFill>
                          <a:latin typeface="ServiceNow Sans Medium" panose="020B0704040101010104" pitchFamily="34" charset="0"/>
                          <a:cs typeface="ServiceNow Sans Medium" panose="020B0704040101010104" pitchFamily="34" charset="0"/>
                        </a:rPr>
                        <a:t>Chapter 2</a:t>
                      </a:r>
                    </a:p>
                  </a:txBody>
                  <a:tcPr marL="0" marR="0" marT="0" marB="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2400" b="0" i="0">
                        <a:solidFill>
                          <a:schemeClr val="accent1"/>
                        </a:solidFill>
                        <a:latin typeface="ServiceNow Sans Medium" panose="020B0704040101010104" pitchFamily="34" charset="0"/>
                        <a:cs typeface="ServiceNow Sans Medium" panose="020B0704040101010104" pitchFamily="34" charset="0"/>
                      </a:endParaRPr>
                    </a:p>
                  </a:txBody>
                  <a:tcPr marL="0" marR="0" marT="0" marB="0" anchor="ctr">
                    <a:lnL>
                      <a:noFill/>
                    </a:lnL>
                    <a:lnR>
                      <a:noFill/>
                    </a:lnR>
                    <a:lnT w="6350" cap="flat" cmpd="sng" algn="ctr">
                      <a:solidFill>
                        <a:srgbClr val="14103B"/>
                      </a:solidFill>
                      <a:prstDash val="solid"/>
                      <a:round/>
                      <a:headEnd type="none" w="med" len="med"/>
                      <a:tailEnd type="none" w="med" len="med"/>
                    </a:lnT>
                    <a:lnB w="6350" cap="flat" cmpd="sng" algn="ctr">
                      <a:solidFill>
                        <a:srgbClr val="1410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0549209"/>
                  </a:ext>
                </a:extLst>
              </a:tr>
              <a:tr h="577174">
                <a:tc>
                  <a:txBody>
                    <a:bodyPr/>
                    <a:lstStyle/>
                    <a:p>
                      <a:endParaRPr lang="en-US" sz="2400" b="0" i="0">
                        <a:solidFill>
                          <a:schemeClr val="bg1"/>
                        </a:solidFill>
                        <a:latin typeface="ServiceNow Sans Medium" panose="020B0704040101010104" pitchFamily="34" charset="0"/>
                        <a:cs typeface="ServiceNow Sans Medium" panose="020B0704040101010104" pitchFamily="34" charset="0"/>
                      </a:endParaRPr>
                    </a:p>
                  </a:txBody>
                  <a:tcPr marL="0" marR="0" marT="0" marB="0" anchor="ctr">
                    <a:lnL>
                      <a:noFill/>
                    </a:lnL>
                    <a:lnR>
                      <a:noFill/>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0" i="0">
                          <a:solidFill>
                            <a:schemeClr val="accent1"/>
                          </a:solidFill>
                          <a:latin typeface="ServiceNow Sans Medium" panose="020B0704040101010104" pitchFamily="34" charset="0"/>
                          <a:cs typeface="ServiceNow Sans Medium" panose="020B0704040101010104" pitchFamily="34" charset="0"/>
                        </a:rPr>
                        <a:t>##</a:t>
                      </a:r>
                    </a:p>
                  </a:txBody>
                  <a:tcPr marL="0" marR="0" marT="0" marB="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0" i="0">
                          <a:solidFill>
                            <a:schemeClr val="bg1"/>
                          </a:solidFill>
                          <a:latin typeface="ServiceNow Sans Medium" panose="020B0704040101010104" pitchFamily="34" charset="0"/>
                          <a:cs typeface="ServiceNow Sans Medium" panose="020B0704040101010104" pitchFamily="34" charset="0"/>
                        </a:rPr>
                        <a:t>Chapter 2A</a:t>
                      </a:r>
                    </a:p>
                  </a:txBody>
                  <a:tcPr marL="0" marR="0" marT="0" marB="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4009834"/>
                  </a:ext>
                </a:extLst>
              </a:tr>
              <a:tr h="577174">
                <a:tc>
                  <a:txBody>
                    <a:bodyPr/>
                    <a:lstStyle/>
                    <a:p>
                      <a:endParaRPr lang="en-US" sz="2400" b="0" i="0">
                        <a:solidFill>
                          <a:schemeClr val="bg1"/>
                        </a:solidFill>
                        <a:latin typeface="ServiceNow Sans Medium" panose="020B0704040101010104" pitchFamily="34" charset="0"/>
                        <a:cs typeface="ServiceNow Sans Medium" panose="020B07040401010101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0" i="0">
                          <a:solidFill>
                            <a:schemeClr val="accent1"/>
                          </a:solidFill>
                          <a:latin typeface="ServiceNow Sans Medium" panose="020B0704040101010104" pitchFamily="34" charset="0"/>
                          <a:cs typeface="ServiceNow Sans Medium" panose="020B0704040101010104" pitchFamily="34" charset="0"/>
                        </a:rPr>
                        <a:t>##</a:t>
                      </a:r>
                    </a:p>
                  </a:txBody>
                  <a:tcPr marL="0" marR="0" marT="0" marB="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0" i="0">
                          <a:solidFill>
                            <a:schemeClr val="bg1"/>
                          </a:solidFill>
                          <a:latin typeface="ServiceNow Sans Medium" panose="020B0704040101010104" pitchFamily="34" charset="0"/>
                          <a:cs typeface="ServiceNow Sans Medium" panose="020B0704040101010104" pitchFamily="34" charset="0"/>
                        </a:rPr>
                        <a:t>Chapter 2B</a:t>
                      </a:r>
                    </a:p>
                  </a:txBody>
                  <a:tcPr marL="0" marR="0" marT="0" marB="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5610535"/>
                  </a:ext>
                </a:extLst>
              </a:tr>
              <a:tr h="577174">
                <a:tc>
                  <a:txBody>
                    <a:bodyPr/>
                    <a:lstStyle/>
                    <a:p>
                      <a:endParaRPr lang="en-US" sz="2400" b="0" i="0">
                        <a:solidFill>
                          <a:schemeClr val="bg1"/>
                        </a:solidFill>
                        <a:latin typeface="ServiceNow Sans Medium" panose="020B0704040101010104" pitchFamily="34" charset="0"/>
                        <a:cs typeface="ServiceNow Sans Medium" panose="020B07040401010101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0" i="0">
                          <a:solidFill>
                            <a:schemeClr val="accent1"/>
                          </a:solidFill>
                          <a:latin typeface="ServiceNow Sans Medium" panose="020B0704040101010104" pitchFamily="34" charset="0"/>
                          <a:cs typeface="ServiceNow Sans Medium" panose="020B0704040101010104" pitchFamily="34" charset="0"/>
                        </a:rPr>
                        <a:t>##</a:t>
                      </a:r>
                    </a:p>
                  </a:txBody>
                  <a:tcPr marL="0" marR="0" marT="0" marB="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0" i="0">
                          <a:solidFill>
                            <a:schemeClr val="bg1"/>
                          </a:solidFill>
                          <a:latin typeface="ServiceNow Sans Medium" panose="020B0704040101010104" pitchFamily="34" charset="0"/>
                          <a:cs typeface="ServiceNow Sans Medium" panose="020B0704040101010104" pitchFamily="34" charset="0"/>
                        </a:rPr>
                        <a:t>Chapter 2C</a:t>
                      </a:r>
                    </a:p>
                  </a:txBody>
                  <a:tcPr marL="0" marR="0" marT="0" marB="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54577"/>
                  </a:ext>
                </a:extLst>
              </a:tr>
              <a:tr h="577174">
                <a:tc>
                  <a:txBody>
                    <a:bodyPr/>
                    <a:lstStyle/>
                    <a:p>
                      <a:endParaRPr lang="en-US" sz="2400" b="0" i="0">
                        <a:solidFill>
                          <a:schemeClr val="bg1"/>
                        </a:solidFill>
                        <a:latin typeface="ServiceNow Sans Medium" panose="020B0704040101010104" pitchFamily="34" charset="0"/>
                        <a:cs typeface="ServiceNow Sans Medium" panose="020B0704040101010104" pitchFamily="34" charset="0"/>
                      </a:endParaRPr>
                    </a:p>
                  </a:txBody>
                  <a:tcPr marL="0" marR="0" marT="0" marB="0" anchor="ctr">
                    <a:lnL>
                      <a:noFill/>
                    </a:lnL>
                    <a:lnR>
                      <a:noFill/>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0" i="0">
                          <a:solidFill>
                            <a:schemeClr val="accent1"/>
                          </a:solidFill>
                          <a:latin typeface="ServiceNow Sans Medium" panose="020B0704040101010104" pitchFamily="34" charset="0"/>
                          <a:cs typeface="ServiceNow Sans Medium" panose="020B0704040101010104" pitchFamily="34" charset="0"/>
                        </a:rPr>
                        <a:t>##</a:t>
                      </a:r>
                    </a:p>
                  </a:txBody>
                  <a:tcPr marL="0" marR="0" marT="0" marB="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0" i="0">
                          <a:solidFill>
                            <a:schemeClr val="bg1"/>
                          </a:solidFill>
                          <a:latin typeface="ServiceNow Sans Medium" panose="020B0704040101010104" pitchFamily="34" charset="0"/>
                          <a:cs typeface="ServiceNow Sans Medium" panose="020B0704040101010104" pitchFamily="34" charset="0"/>
                        </a:rPr>
                        <a:t>Chapter 2D</a:t>
                      </a:r>
                    </a:p>
                  </a:txBody>
                  <a:tcPr marL="0" marR="0" marT="0" marB="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2631298"/>
                  </a:ext>
                </a:extLst>
              </a:tr>
              <a:tr h="577174">
                <a:tc>
                  <a:txBody>
                    <a:bodyPr/>
                    <a:lstStyle/>
                    <a:p>
                      <a:r>
                        <a:rPr lang="en-US" sz="2400" b="0" i="0">
                          <a:solidFill>
                            <a:schemeClr val="accent1"/>
                          </a:solidFill>
                          <a:latin typeface="ServiceNow Sans Medium" panose="020B0704040101010104" pitchFamily="34" charset="0"/>
                          <a:cs typeface="ServiceNow Sans Medium" panose="020B0704040101010104" pitchFamily="34" charset="0"/>
                        </a:rPr>
                        <a:t>##</a:t>
                      </a:r>
                    </a:p>
                  </a:txBody>
                  <a:tcPr marL="0" marR="0" marT="0" marB="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r>
                        <a:rPr lang="en-US" sz="2400" b="0" i="0">
                          <a:solidFill>
                            <a:schemeClr val="bg1"/>
                          </a:solidFill>
                          <a:latin typeface="ServiceNow Sans Medium" panose="020B0704040101010104" pitchFamily="34" charset="0"/>
                          <a:cs typeface="ServiceNow Sans Medium" panose="020B0704040101010104" pitchFamily="34" charset="0"/>
                        </a:rPr>
                        <a:t>Chapter 3</a:t>
                      </a:r>
                    </a:p>
                  </a:txBody>
                  <a:tcPr marL="0" marR="0" marT="0" marB="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2400" b="0" i="0">
                        <a:solidFill>
                          <a:schemeClr val="accent1"/>
                        </a:solidFill>
                        <a:latin typeface="ServiceNow Sans Medium" panose="020B0704040101010104" pitchFamily="34" charset="0"/>
                        <a:cs typeface="ServiceNow Sans Medium" panose="020B0704040101010104" pitchFamily="34" charset="0"/>
                      </a:endParaRPr>
                    </a:p>
                  </a:txBody>
                  <a:tcPr marL="0" marR="0" marT="0" marB="0" anchor="ctr">
                    <a:lnL>
                      <a:noFill/>
                    </a:lnL>
                    <a:lnR>
                      <a:noFill/>
                    </a:lnR>
                    <a:lnT w="6350" cap="flat" cmpd="sng" algn="ctr">
                      <a:solidFill>
                        <a:srgbClr val="14103B"/>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166101299"/>
                  </a:ext>
                </a:extLst>
              </a:tr>
              <a:tr h="577174">
                <a:tc>
                  <a:txBody>
                    <a:bodyPr/>
                    <a:lstStyle/>
                    <a:p>
                      <a:endParaRPr lang="en-US" sz="2400" b="0" i="0">
                        <a:solidFill>
                          <a:schemeClr val="bg1"/>
                        </a:solidFill>
                        <a:latin typeface="ServiceNow Sans Medium" panose="020B0704040101010104" pitchFamily="34" charset="0"/>
                        <a:cs typeface="ServiceNow Sans Medium" panose="020B0704040101010104" pitchFamily="34" charset="0"/>
                      </a:endParaRPr>
                    </a:p>
                  </a:txBody>
                  <a:tcPr marL="0" marR="0" marT="0" marB="0"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r>
                        <a:rPr lang="en-US" sz="2400" b="0" i="0">
                          <a:solidFill>
                            <a:schemeClr val="accent1"/>
                          </a:solidFill>
                          <a:latin typeface="ServiceNow Sans Medium" panose="020B0704040101010104" pitchFamily="34" charset="0"/>
                          <a:cs typeface="ServiceNow Sans Medium" panose="020B0704040101010104" pitchFamily="34" charset="0"/>
                        </a:rPr>
                        <a:t>##</a:t>
                      </a:r>
                    </a:p>
                  </a:txBody>
                  <a:tcPr marL="0" marR="0" marT="0" marB="0"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0" i="0">
                          <a:solidFill>
                            <a:schemeClr val="bg1"/>
                          </a:solidFill>
                          <a:latin typeface="ServiceNow Sans Medium" panose="020B0704040101010104" pitchFamily="34" charset="0"/>
                          <a:cs typeface="ServiceNow Sans Medium" panose="020B0704040101010104" pitchFamily="34" charset="0"/>
                        </a:rPr>
                        <a:t>Chapter 3A</a:t>
                      </a:r>
                    </a:p>
                  </a:txBody>
                  <a:tcPr marL="0" marR="0" marT="0" marB="0" anchor="ctr">
                    <a:lnL>
                      <a:noFill/>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57167683"/>
                  </a:ext>
                </a:extLst>
              </a:tr>
              <a:tr h="577174">
                <a:tc>
                  <a:txBody>
                    <a:bodyPr/>
                    <a:lstStyle/>
                    <a:p>
                      <a:endParaRPr lang="en-US" sz="2400" b="0" i="0">
                        <a:solidFill>
                          <a:schemeClr val="bg1"/>
                        </a:solidFill>
                        <a:latin typeface="ServiceNow Sans Medium" panose="020B0704040101010104" pitchFamily="34" charset="0"/>
                        <a:cs typeface="ServiceNow Sans Medium" panose="020B0704040101010104" pitchFamily="34" charset="0"/>
                      </a:endParaRPr>
                    </a:p>
                  </a:txBody>
                  <a:tcPr marL="0" marR="0" marT="0" marB="0" anchor="ctr">
                    <a:lnL>
                      <a:noFill/>
                    </a:lnL>
                    <a:lnR>
                      <a:noFill/>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r>
                        <a:rPr lang="en-US" sz="2400" b="0" i="0">
                          <a:solidFill>
                            <a:schemeClr val="accent1"/>
                          </a:solidFill>
                          <a:latin typeface="ServiceNow Sans Medium" panose="020B0704040101010104" pitchFamily="34" charset="0"/>
                          <a:ea typeface="+mn-ea"/>
                          <a:cs typeface="ServiceNow Sans Medium" panose="020B0704040101010104" pitchFamily="34" charset="0"/>
                        </a:rPr>
                        <a:t>##</a:t>
                      </a:r>
                    </a:p>
                  </a:txBody>
                  <a:tcPr marL="0" marR="0" marT="0" marB="0" anchor="ctr">
                    <a:lnL>
                      <a:noFill/>
                    </a:lnL>
                    <a:lnR>
                      <a:noFill/>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0" i="0">
                          <a:solidFill>
                            <a:schemeClr val="bg1"/>
                          </a:solidFill>
                          <a:latin typeface="ServiceNow Sans Medium" panose="020B0704040101010104" pitchFamily="34" charset="0"/>
                          <a:cs typeface="ServiceNow Sans Medium" panose="020B0704040101010104" pitchFamily="34" charset="0"/>
                        </a:rPr>
                        <a:t>Chapter 3B</a:t>
                      </a:r>
                    </a:p>
                  </a:txBody>
                  <a:tcPr marL="0" marR="0" marT="0" marB="0" anchor="ctr">
                    <a:lnL>
                      <a:noFill/>
                    </a:lnL>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2457502016"/>
                  </a:ext>
                </a:extLst>
              </a:tr>
            </a:tbl>
          </a:graphicData>
        </a:graphic>
      </p:graphicFrame>
    </p:spTree>
    <p:extLst>
      <p:ext uri="{BB962C8B-B14F-4D97-AF65-F5344CB8AC3E}">
        <p14:creationId xmlns:p14="http://schemas.microsoft.com/office/powerpoint/2010/main" val="369673817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59F97-DF8F-D6C7-A37B-3A8B4E75CDD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387C8E1-8D29-FB21-73CD-44A5DA2AAF4F}"/>
              </a:ext>
            </a:extLst>
          </p:cNvPr>
          <p:cNvSpPr>
            <a:spLocks noGrp="1"/>
          </p:cNvSpPr>
          <p:nvPr>
            <p:ph type="title"/>
          </p:nvPr>
        </p:nvSpPr>
        <p:spPr>
          <a:xfrm>
            <a:off x="548640" y="530352"/>
            <a:ext cx="11082973" cy="1304863"/>
          </a:xfrm>
        </p:spPr>
        <p:txBody>
          <a:bodyPr/>
          <a:lstStyle/>
          <a:p>
            <a:r>
              <a:rPr lang="en-US"/>
              <a:t>Title only</a:t>
            </a:r>
          </a:p>
        </p:txBody>
      </p:sp>
      <p:sp>
        <p:nvSpPr>
          <p:cNvPr id="4" name="Text Placeholder 3">
            <a:extLst>
              <a:ext uri="{FF2B5EF4-FFF2-40B4-BE49-F238E27FC236}">
                <a16:creationId xmlns:a16="http://schemas.microsoft.com/office/drawing/2014/main" id="{398DEAA6-A0BE-FF6B-4128-80E9A13B73CA}"/>
              </a:ext>
            </a:extLst>
          </p:cNvPr>
          <p:cNvSpPr>
            <a:spLocks noGrp="1"/>
          </p:cNvSpPr>
          <p:nvPr>
            <p:ph type="body" sz="quarter" idx="11"/>
          </p:nvPr>
        </p:nvSpPr>
        <p:spPr>
          <a:xfrm>
            <a:off x="1828798" y="6468451"/>
            <a:ext cx="9253538" cy="109728"/>
          </a:xfrm>
        </p:spPr>
        <p:txBody>
          <a:bodyPr/>
          <a:lstStyle/>
          <a:p>
            <a:r>
              <a:rPr lang="en-US"/>
              <a:t>Source</a:t>
            </a:r>
          </a:p>
        </p:txBody>
      </p:sp>
    </p:spTree>
    <p:extLst>
      <p:ext uri="{BB962C8B-B14F-4D97-AF65-F5344CB8AC3E}">
        <p14:creationId xmlns:p14="http://schemas.microsoft.com/office/powerpoint/2010/main" val="303578994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F4993F-4AD6-289B-FDA5-3A7611610FAD}"/>
              </a:ext>
            </a:extLst>
          </p:cNvPr>
          <p:cNvSpPr>
            <a:spLocks noGrp="1"/>
          </p:cNvSpPr>
          <p:nvPr>
            <p:ph type="title"/>
          </p:nvPr>
        </p:nvSpPr>
        <p:spPr>
          <a:xfrm>
            <a:off x="548640" y="530352"/>
            <a:ext cx="11082973" cy="594360"/>
          </a:xfrm>
        </p:spPr>
        <p:txBody>
          <a:bodyPr/>
          <a:lstStyle/>
          <a:p>
            <a:r>
              <a:rPr lang="en-US"/>
              <a:t>Title with subtitle</a:t>
            </a:r>
          </a:p>
        </p:txBody>
      </p:sp>
      <p:sp>
        <p:nvSpPr>
          <p:cNvPr id="4" name="Text Placeholder 3">
            <a:extLst>
              <a:ext uri="{FF2B5EF4-FFF2-40B4-BE49-F238E27FC236}">
                <a16:creationId xmlns:a16="http://schemas.microsoft.com/office/drawing/2014/main" id="{1F69CB0B-0EE6-4035-B9EF-1D729FD1CC0B}"/>
              </a:ext>
            </a:extLst>
          </p:cNvPr>
          <p:cNvSpPr>
            <a:spLocks noGrp="1"/>
          </p:cNvSpPr>
          <p:nvPr>
            <p:ph type="subTitle" idx="1"/>
          </p:nvPr>
        </p:nvSpPr>
        <p:spPr>
          <a:xfrm>
            <a:off x="548639" y="1097280"/>
            <a:ext cx="11091545" cy="696849"/>
          </a:xfrm>
        </p:spPr>
        <p:txBody>
          <a:bodyPr/>
          <a:lstStyle/>
          <a:p>
            <a:r>
              <a:rPr lang="en-US"/>
              <a:t>Optional subtitle</a:t>
            </a:r>
          </a:p>
        </p:txBody>
      </p:sp>
      <p:sp>
        <p:nvSpPr>
          <p:cNvPr id="6" name="Text Placeholder 5">
            <a:extLst>
              <a:ext uri="{FF2B5EF4-FFF2-40B4-BE49-F238E27FC236}">
                <a16:creationId xmlns:a16="http://schemas.microsoft.com/office/drawing/2014/main" id="{2547B2AE-5547-CF38-6AB4-5030DE667E9D}"/>
              </a:ext>
            </a:extLst>
          </p:cNvPr>
          <p:cNvSpPr>
            <a:spLocks noGrp="1"/>
          </p:cNvSpPr>
          <p:nvPr>
            <p:ph type="body" sz="quarter" idx="11"/>
          </p:nvPr>
        </p:nvSpPr>
        <p:spPr>
          <a:xfrm>
            <a:off x="1828798" y="6468451"/>
            <a:ext cx="9253538" cy="109728"/>
          </a:xfrm>
        </p:spPr>
        <p:txBody>
          <a:bodyPr/>
          <a:lstStyle/>
          <a:p>
            <a:r>
              <a:rPr lang="en-US"/>
              <a:t>Source</a:t>
            </a:r>
          </a:p>
        </p:txBody>
      </p:sp>
    </p:spTree>
    <p:extLst>
      <p:ext uri="{BB962C8B-B14F-4D97-AF65-F5344CB8AC3E}">
        <p14:creationId xmlns:p14="http://schemas.microsoft.com/office/powerpoint/2010/main" val="213370638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0963B-F768-2F07-7F38-8DB9D73B414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3F7FA0B-9D2E-A98B-6D3A-D30B83D627B6}"/>
              </a:ext>
            </a:extLst>
          </p:cNvPr>
          <p:cNvSpPr>
            <a:spLocks noGrp="1"/>
          </p:cNvSpPr>
          <p:nvPr>
            <p:ph type="title"/>
          </p:nvPr>
        </p:nvSpPr>
        <p:spPr/>
        <p:txBody>
          <a:bodyPr/>
          <a:lstStyle/>
          <a:p>
            <a:r>
              <a:rPr lang="en-US"/>
              <a:t>Title</a:t>
            </a:r>
          </a:p>
        </p:txBody>
      </p:sp>
      <p:sp>
        <p:nvSpPr>
          <p:cNvPr id="9" name="Text Placeholder 8">
            <a:extLst>
              <a:ext uri="{FF2B5EF4-FFF2-40B4-BE49-F238E27FC236}">
                <a16:creationId xmlns:a16="http://schemas.microsoft.com/office/drawing/2014/main" id="{0FA792DF-F769-48A2-924F-F6DBE1FFD732}"/>
              </a:ext>
            </a:extLst>
          </p:cNvPr>
          <p:cNvSpPr>
            <a:spLocks noGrp="1"/>
          </p:cNvSpPr>
          <p:nvPr>
            <p:ph type="body" sz="quarter" idx="16"/>
          </p:nvPr>
        </p:nvSpPr>
        <p:spPr/>
        <p:txBody>
          <a:bodyPr/>
          <a:lstStyle/>
          <a:p>
            <a:r>
              <a:rPr lang="en-US"/>
              <a:t>First level ServiceNow Sans Light 16pt</a:t>
            </a:r>
          </a:p>
          <a:p>
            <a:pPr lvl="1"/>
            <a:r>
              <a:rPr lang="en-US"/>
              <a:t>Second level ServiceNow Sans Light 14pt</a:t>
            </a:r>
          </a:p>
          <a:p>
            <a:pPr lvl="2"/>
            <a:r>
              <a:rPr lang="en-US"/>
              <a:t>Third level ServiceNow Sans Light 12pt</a:t>
            </a:r>
          </a:p>
          <a:p>
            <a:pPr lvl="3"/>
            <a:r>
              <a:rPr lang="en-US"/>
              <a:t>Fourth level ServiceNow Sans Light 12pt</a:t>
            </a:r>
          </a:p>
          <a:p>
            <a:pPr lvl="4"/>
            <a:r>
              <a:rPr lang="en-US"/>
              <a:t>Fifth to ninth level ServiceNow Sans Light 12pt</a:t>
            </a:r>
          </a:p>
          <a:p>
            <a:r>
              <a:rPr lang="en-US"/>
              <a:t>Let AI and automation transform experiences with ServiceNow CRM. </a:t>
            </a:r>
          </a:p>
          <a:p>
            <a:r>
              <a:rPr lang="en-US">
                <a:solidFill>
                  <a:schemeClr val="accent1"/>
                </a:solidFill>
                <a:hlinkClick r:id="rId2">
                  <a:extLst>
                    <a:ext uri="{A12FA001-AC4F-418D-AE19-62706E023703}">
                      <ahyp:hlinkClr xmlns:ahyp="http://schemas.microsoft.com/office/drawing/2018/hyperlinkcolor" val="tx"/>
                    </a:ext>
                  </a:extLst>
                </a:hlinkClick>
              </a:rPr>
              <a:t>Link to ServiceNow Sans Light</a:t>
            </a:r>
            <a:endParaRPr lang="en-US">
              <a:solidFill>
                <a:schemeClr val="accent1"/>
              </a:solidFill>
            </a:endParaRPr>
          </a:p>
          <a:p>
            <a:endParaRPr lang="en-US"/>
          </a:p>
        </p:txBody>
      </p:sp>
      <p:sp>
        <p:nvSpPr>
          <p:cNvPr id="19" name="Text Placeholder 18">
            <a:extLst>
              <a:ext uri="{FF2B5EF4-FFF2-40B4-BE49-F238E27FC236}">
                <a16:creationId xmlns:a16="http://schemas.microsoft.com/office/drawing/2014/main" id="{418FC563-3357-1379-25AF-B6371D9111B8}"/>
              </a:ext>
            </a:extLst>
          </p:cNvPr>
          <p:cNvSpPr>
            <a:spLocks noGrp="1"/>
          </p:cNvSpPr>
          <p:nvPr>
            <p:ph type="body" sz="quarter" idx="11"/>
          </p:nvPr>
        </p:nvSpPr>
        <p:spPr/>
        <p:txBody>
          <a:bodyPr/>
          <a:lstStyle/>
          <a:p>
            <a:r>
              <a:rPr lang="en-US"/>
              <a:t>Source</a:t>
            </a:r>
          </a:p>
        </p:txBody>
      </p:sp>
    </p:spTree>
    <p:extLst>
      <p:ext uri="{BB962C8B-B14F-4D97-AF65-F5344CB8AC3E}">
        <p14:creationId xmlns:p14="http://schemas.microsoft.com/office/powerpoint/2010/main" val="300571224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03A1C4-26BC-1006-74CD-BD60A5A3FBA8}"/>
              </a:ext>
            </a:extLst>
          </p:cNvPr>
          <p:cNvSpPr>
            <a:spLocks noGrp="1"/>
          </p:cNvSpPr>
          <p:nvPr>
            <p:ph type="title"/>
          </p:nvPr>
        </p:nvSpPr>
        <p:spPr>
          <a:xfrm>
            <a:off x="548640" y="530352"/>
            <a:ext cx="11082973" cy="594360"/>
          </a:xfrm>
        </p:spPr>
        <p:txBody>
          <a:bodyPr/>
          <a:lstStyle/>
          <a:p>
            <a:r>
              <a:rPr lang="en-US"/>
              <a:t>Title</a:t>
            </a:r>
          </a:p>
        </p:txBody>
      </p:sp>
      <p:sp>
        <p:nvSpPr>
          <p:cNvPr id="9" name="Text Placeholder 8">
            <a:extLst>
              <a:ext uri="{FF2B5EF4-FFF2-40B4-BE49-F238E27FC236}">
                <a16:creationId xmlns:a16="http://schemas.microsoft.com/office/drawing/2014/main" id="{9084C6A6-2F20-A395-13D4-FA6EFB52E701}"/>
              </a:ext>
            </a:extLst>
          </p:cNvPr>
          <p:cNvSpPr>
            <a:spLocks noGrp="1"/>
          </p:cNvSpPr>
          <p:nvPr>
            <p:ph type="subTitle" idx="13"/>
          </p:nvPr>
        </p:nvSpPr>
        <p:spPr>
          <a:xfrm>
            <a:off x="548640" y="1097280"/>
            <a:ext cx="11088688" cy="696849"/>
          </a:xfrm>
        </p:spPr>
        <p:txBody>
          <a:bodyPr/>
          <a:lstStyle/>
          <a:p>
            <a:r>
              <a:rPr lang="en-US"/>
              <a:t>Optional subtitle</a:t>
            </a:r>
          </a:p>
        </p:txBody>
      </p:sp>
      <p:sp>
        <p:nvSpPr>
          <p:cNvPr id="12" name="Content Placeholder 11">
            <a:extLst>
              <a:ext uri="{FF2B5EF4-FFF2-40B4-BE49-F238E27FC236}">
                <a16:creationId xmlns:a16="http://schemas.microsoft.com/office/drawing/2014/main" id="{5233F0CA-4701-32A5-E52A-82913786B22D}"/>
              </a:ext>
            </a:extLst>
          </p:cNvPr>
          <p:cNvSpPr>
            <a:spLocks noGrp="1"/>
          </p:cNvSpPr>
          <p:nvPr>
            <p:ph type="body" sz="quarter" idx="16"/>
          </p:nvPr>
        </p:nvSpPr>
        <p:spPr>
          <a:xfrm>
            <a:off x="544830" y="1955800"/>
            <a:ext cx="11088688" cy="4270248"/>
          </a:xfrm>
        </p:spPr>
        <p:txBody>
          <a:bodyPr vert="horz" lIns="0" tIns="0" rIns="0" bIns="0" rtlCol="0" anchor="t">
            <a:noAutofit/>
          </a:bodyPr>
          <a:lstStyle/>
          <a:p>
            <a:r>
              <a:rPr lang="en-US"/>
              <a:t>First level ServiceNow Sans Light 18pt</a:t>
            </a:r>
          </a:p>
          <a:p>
            <a:pPr lvl="1"/>
            <a:r>
              <a:rPr lang="en-US"/>
              <a:t>Second level ServiceNow Sans Light 16pt</a:t>
            </a:r>
          </a:p>
          <a:p>
            <a:pPr lvl="1"/>
            <a:r>
              <a:rPr lang="en-US"/>
              <a:t>ServiceNow AI Platform unifies AI + Data + Workflows</a:t>
            </a:r>
          </a:p>
          <a:p>
            <a:pPr lvl="2"/>
            <a:r>
              <a:rPr lang="en-US"/>
              <a:t>Third level ServiceNow Sans Light 14pt</a:t>
            </a:r>
          </a:p>
          <a:p>
            <a:pPr lvl="3"/>
            <a:r>
              <a:rPr lang="en-US"/>
              <a:t>Fourth level ServiceNow Sans Light 14pt</a:t>
            </a:r>
          </a:p>
          <a:p>
            <a:pPr lvl="4"/>
            <a:r>
              <a:rPr lang="en-US"/>
              <a:t>Fifth to ninth level ServiceNow Sans Light 14pt</a:t>
            </a:r>
          </a:p>
          <a:p>
            <a:r>
              <a:rPr lang="en-US"/>
              <a:t>Let AI and automation transform experiences with ServiceNow CRM. </a:t>
            </a:r>
            <a:br>
              <a:rPr lang="en-US"/>
            </a:br>
            <a:r>
              <a:rPr lang="en-US"/>
              <a:t>Inspire loyalty, boost productivity, and grow revenue. </a:t>
            </a:r>
          </a:p>
          <a:p>
            <a:r>
              <a:rPr lang="en-US">
                <a:hlinkClick r:id="rId2"/>
              </a:rPr>
              <a:t>Link ServiceNow Sans Light</a:t>
            </a:r>
            <a:endParaRPr lang="en-US"/>
          </a:p>
          <a:p>
            <a:endParaRPr lang="en-US"/>
          </a:p>
        </p:txBody>
      </p:sp>
      <p:sp>
        <p:nvSpPr>
          <p:cNvPr id="19" name="Text Placeholder 18">
            <a:extLst>
              <a:ext uri="{FF2B5EF4-FFF2-40B4-BE49-F238E27FC236}">
                <a16:creationId xmlns:a16="http://schemas.microsoft.com/office/drawing/2014/main" id="{E02DEFA2-A807-9346-61CD-473337743212}"/>
              </a:ext>
            </a:extLst>
          </p:cNvPr>
          <p:cNvSpPr>
            <a:spLocks noGrp="1"/>
          </p:cNvSpPr>
          <p:nvPr>
            <p:ph type="body" sz="quarter" idx="11"/>
          </p:nvPr>
        </p:nvSpPr>
        <p:spPr>
          <a:xfrm>
            <a:off x="1828798" y="6468451"/>
            <a:ext cx="9253538" cy="109728"/>
          </a:xfrm>
        </p:spPr>
        <p:txBody>
          <a:bodyPr/>
          <a:lstStyle/>
          <a:p>
            <a:r>
              <a:rPr lang="en-US"/>
              <a:t>Source</a:t>
            </a:r>
          </a:p>
        </p:txBody>
      </p:sp>
    </p:spTree>
    <p:extLst>
      <p:ext uri="{BB962C8B-B14F-4D97-AF65-F5344CB8AC3E}">
        <p14:creationId xmlns:p14="http://schemas.microsoft.com/office/powerpoint/2010/main" val="66554413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D3F62-E434-BCCB-CF86-7203D301851E}"/>
              </a:ext>
            </a:extLst>
          </p:cNvPr>
          <p:cNvSpPr>
            <a:spLocks noGrp="1"/>
          </p:cNvSpPr>
          <p:nvPr>
            <p:ph type="title"/>
          </p:nvPr>
        </p:nvSpPr>
        <p:spPr>
          <a:xfrm>
            <a:off x="548640" y="530352"/>
            <a:ext cx="11089323" cy="594360"/>
          </a:xfrm>
        </p:spPr>
        <p:txBody>
          <a:bodyPr/>
          <a:lstStyle/>
          <a:p>
            <a:r>
              <a:rPr lang="en-US"/>
              <a:t>Two columns</a:t>
            </a:r>
          </a:p>
        </p:txBody>
      </p:sp>
      <p:sp>
        <p:nvSpPr>
          <p:cNvPr id="3" name="Subtitle 2">
            <a:extLst>
              <a:ext uri="{FF2B5EF4-FFF2-40B4-BE49-F238E27FC236}">
                <a16:creationId xmlns:a16="http://schemas.microsoft.com/office/drawing/2014/main" id="{C529B40B-613C-0A49-E2E8-012607ABD648}"/>
              </a:ext>
            </a:extLst>
          </p:cNvPr>
          <p:cNvSpPr>
            <a:spLocks noGrp="1"/>
          </p:cNvSpPr>
          <p:nvPr>
            <p:ph type="subTitle" idx="1"/>
          </p:nvPr>
        </p:nvSpPr>
        <p:spPr>
          <a:xfrm>
            <a:off x="548640" y="1097279"/>
            <a:ext cx="11091545" cy="697459"/>
          </a:xfrm>
        </p:spPr>
        <p:txBody>
          <a:bodyPr/>
          <a:lstStyle/>
          <a:p>
            <a:r>
              <a:rPr lang="en-US"/>
              <a:t>Optional subtitle</a:t>
            </a:r>
          </a:p>
          <a:p>
            <a:endParaRPr lang="en-US"/>
          </a:p>
        </p:txBody>
      </p:sp>
      <p:sp>
        <p:nvSpPr>
          <p:cNvPr id="4" name="Text Placeholder 3">
            <a:extLst>
              <a:ext uri="{FF2B5EF4-FFF2-40B4-BE49-F238E27FC236}">
                <a16:creationId xmlns:a16="http://schemas.microsoft.com/office/drawing/2014/main" id="{1E6303B2-D3A4-D385-0581-6F5E677C0F7A}"/>
              </a:ext>
            </a:extLst>
          </p:cNvPr>
          <p:cNvSpPr>
            <a:spLocks noGrp="1"/>
          </p:cNvSpPr>
          <p:nvPr>
            <p:ph type="body" sz="quarter" idx="16"/>
          </p:nvPr>
        </p:nvSpPr>
        <p:spPr>
          <a:xfrm>
            <a:off x="549275" y="1798638"/>
            <a:ext cx="5461000" cy="868362"/>
          </a:xfrm>
        </p:spPr>
        <p:txBody>
          <a:bodyPr/>
          <a:lstStyle/>
          <a:p>
            <a:r>
              <a:rPr lang="en-US"/>
              <a:t>Subhead</a:t>
            </a:r>
          </a:p>
        </p:txBody>
      </p:sp>
      <p:sp>
        <p:nvSpPr>
          <p:cNvPr id="5" name="Text Placeholder 4">
            <a:extLst>
              <a:ext uri="{FF2B5EF4-FFF2-40B4-BE49-F238E27FC236}">
                <a16:creationId xmlns:a16="http://schemas.microsoft.com/office/drawing/2014/main" id="{4E1CCCD7-DC53-3175-3351-9E0342CECFF0}"/>
              </a:ext>
            </a:extLst>
          </p:cNvPr>
          <p:cNvSpPr>
            <a:spLocks noGrp="1"/>
          </p:cNvSpPr>
          <p:nvPr>
            <p:ph type="body" sz="quarter" idx="17"/>
          </p:nvPr>
        </p:nvSpPr>
        <p:spPr>
          <a:xfrm>
            <a:off x="6188075" y="1798638"/>
            <a:ext cx="5461000" cy="868362"/>
          </a:xfrm>
        </p:spPr>
        <p:txBody>
          <a:bodyPr/>
          <a:lstStyle/>
          <a:p>
            <a:r>
              <a:rPr lang="en-US"/>
              <a:t>Subhead</a:t>
            </a:r>
          </a:p>
        </p:txBody>
      </p:sp>
      <p:sp>
        <p:nvSpPr>
          <p:cNvPr id="6" name="Text Placeholder 5">
            <a:extLst>
              <a:ext uri="{FF2B5EF4-FFF2-40B4-BE49-F238E27FC236}">
                <a16:creationId xmlns:a16="http://schemas.microsoft.com/office/drawing/2014/main" id="{227800B4-A46D-4817-CEB6-8E642A24781B}"/>
              </a:ext>
            </a:extLst>
          </p:cNvPr>
          <p:cNvSpPr>
            <a:spLocks noGrp="1"/>
          </p:cNvSpPr>
          <p:nvPr>
            <p:ph type="body" sz="quarter" idx="18"/>
          </p:nvPr>
        </p:nvSpPr>
        <p:spPr>
          <a:xfrm>
            <a:off x="549275" y="2667000"/>
            <a:ext cx="5456239" cy="3520440"/>
          </a:xfrm>
        </p:spPr>
        <p:txBody>
          <a:bodyPr/>
          <a:lstStyle/>
          <a:p>
            <a:r>
              <a:rPr lang="en-US"/>
              <a:t>First level ServiceNow Sans Light 18pt</a:t>
            </a:r>
          </a:p>
          <a:p>
            <a:pPr lvl="1"/>
            <a:r>
              <a:rPr lang="en-US"/>
              <a:t>Second level ServiceNow Sans Light 16pt</a:t>
            </a:r>
          </a:p>
          <a:p>
            <a:pPr lvl="2"/>
            <a:r>
              <a:rPr lang="en-US"/>
              <a:t>Third level ServiceNow Sans Light 14pt</a:t>
            </a:r>
          </a:p>
          <a:p>
            <a:pPr lvl="3"/>
            <a:r>
              <a:rPr lang="en-US"/>
              <a:t>Fourth level ServiceNow Sans Light 14pt</a:t>
            </a:r>
          </a:p>
          <a:p>
            <a:pPr lvl="8"/>
            <a:r>
              <a:rPr lang="en-US"/>
              <a:t>Fifth to ninth level ServiceNow Sans Light 14pt</a:t>
            </a:r>
          </a:p>
          <a:p>
            <a:r>
              <a:rPr lang="en-US"/>
              <a:t>Let AI and automation transform experiences with ServiceNow CRM. </a:t>
            </a:r>
          </a:p>
          <a:p>
            <a:r>
              <a:rPr lang="en-US">
                <a:hlinkClick r:id="rId3"/>
              </a:rPr>
              <a:t>Link ServiceNow Sans Light</a:t>
            </a:r>
            <a:endParaRPr lang="en-US"/>
          </a:p>
        </p:txBody>
      </p:sp>
      <p:sp>
        <p:nvSpPr>
          <p:cNvPr id="7" name="Text Placeholder 6">
            <a:extLst>
              <a:ext uri="{FF2B5EF4-FFF2-40B4-BE49-F238E27FC236}">
                <a16:creationId xmlns:a16="http://schemas.microsoft.com/office/drawing/2014/main" id="{A34775FB-821D-0CC8-027D-D93715CB21D6}"/>
              </a:ext>
            </a:extLst>
          </p:cNvPr>
          <p:cNvSpPr>
            <a:spLocks noGrp="1"/>
          </p:cNvSpPr>
          <p:nvPr>
            <p:ph type="body" sz="quarter" idx="19"/>
          </p:nvPr>
        </p:nvSpPr>
        <p:spPr>
          <a:xfrm>
            <a:off x="6188075" y="2667000"/>
            <a:ext cx="5458968" cy="3520440"/>
          </a:xfrm>
        </p:spPr>
        <p:txBody>
          <a:bodyPr/>
          <a:lstStyle/>
          <a:p>
            <a:r>
              <a:rPr lang="en-US"/>
              <a:t>First level ServiceNow Sans Light 18pt</a:t>
            </a:r>
          </a:p>
          <a:p>
            <a:pPr lvl="1"/>
            <a:r>
              <a:rPr lang="en-US"/>
              <a:t>Second level ServiceNow Sans Light 16pt</a:t>
            </a:r>
          </a:p>
          <a:p>
            <a:pPr lvl="2"/>
            <a:r>
              <a:rPr lang="en-US"/>
              <a:t>Third level ServiceNow Sans Light 14pt</a:t>
            </a:r>
          </a:p>
          <a:p>
            <a:pPr lvl="3"/>
            <a:r>
              <a:rPr lang="en-US"/>
              <a:t>Fourth level ServiceNow Sans Light 14pt</a:t>
            </a:r>
          </a:p>
          <a:p>
            <a:pPr lvl="4"/>
            <a:r>
              <a:rPr lang="en-US"/>
              <a:t>Fifth to ninth level ServiceNow Sans Light 14pt</a:t>
            </a:r>
          </a:p>
          <a:p>
            <a:r>
              <a:rPr lang="en-US"/>
              <a:t>Let AI and automation transform experiences with ServiceNow CRM. </a:t>
            </a:r>
          </a:p>
          <a:p>
            <a:r>
              <a:rPr lang="en-US">
                <a:hlinkClick r:id="rId3"/>
              </a:rPr>
              <a:t>Link ServiceNow Sans Light</a:t>
            </a:r>
            <a:endParaRPr lang="en-US"/>
          </a:p>
          <a:p>
            <a:endParaRPr lang="en-US"/>
          </a:p>
        </p:txBody>
      </p:sp>
      <p:sp>
        <p:nvSpPr>
          <p:cNvPr id="21" name="Text Placeholder 20">
            <a:extLst>
              <a:ext uri="{FF2B5EF4-FFF2-40B4-BE49-F238E27FC236}">
                <a16:creationId xmlns:a16="http://schemas.microsoft.com/office/drawing/2014/main" id="{CC6F4633-EC2E-80A0-0116-711AFDE87075}"/>
              </a:ext>
            </a:extLst>
          </p:cNvPr>
          <p:cNvSpPr>
            <a:spLocks noGrp="1"/>
          </p:cNvSpPr>
          <p:nvPr>
            <p:ph type="body" sz="quarter" idx="11"/>
          </p:nvPr>
        </p:nvSpPr>
        <p:spPr>
          <a:xfrm>
            <a:off x="1828798" y="6468451"/>
            <a:ext cx="9253538" cy="109728"/>
          </a:xfrm>
        </p:spPr>
        <p:txBody>
          <a:bodyPr/>
          <a:lstStyle/>
          <a:p>
            <a:r>
              <a:rPr lang="en-US"/>
              <a:t>Source</a:t>
            </a:r>
          </a:p>
        </p:txBody>
      </p:sp>
    </p:spTree>
    <p:extLst>
      <p:ext uri="{BB962C8B-B14F-4D97-AF65-F5344CB8AC3E}">
        <p14:creationId xmlns:p14="http://schemas.microsoft.com/office/powerpoint/2010/main" val="233923874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B24D353-FB09-4969-1496-AAA974A92623}"/>
              </a:ext>
            </a:extLst>
          </p:cNvPr>
          <p:cNvSpPr>
            <a:spLocks noGrp="1"/>
          </p:cNvSpPr>
          <p:nvPr>
            <p:ph type="title"/>
          </p:nvPr>
        </p:nvSpPr>
        <p:spPr>
          <a:xfrm>
            <a:off x="548640" y="530352"/>
            <a:ext cx="11091672" cy="594360"/>
          </a:xfrm>
        </p:spPr>
        <p:txBody>
          <a:bodyPr/>
          <a:lstStyle/>
          <a:p>
            <a:r>
              <a:rPr lang="en-US"/>
              <a:t>Three columns</a:t>
            </a:r>
          </a:p>
        </p:txBody>
      </p:sp>
      <p:sp>
        <p:nvSpPr>
          <p:cNvPr id="75" name="Text Placeholder 74">
            <a:extLst>
              <a:ext uri="{FF2B5EF4-FFF2-40B4-BE49-F238E27FC236}">
                <a16:creationId xmlns:a16="http://schemas.microsoft.com/office/drawing/2014/main" id="{8FD64088-A89A-C7FE-2675-5D487E58320D}"/>
              </a:ext>
            </a:extLst>
          </p:cNvPr>
          <p:cNvSpPr>
            <a:spLocks noGrp="1"/>
          </p:cNvSpPr>
          <p:nvPr>
            <p:ph type="subTitle" idx="1"/>
          </p:nvPr>
        </p:nvSpPr>
        <p:spPr>
          <a:xfrm>
            <a:off x="548640" y="1097279"/>
            <a:ext cx="11091545" cy="697459"/>
          </a:xfrm>
        </p:spPr>
        <p:txBody>
          <a:bodyPr/>
          <a:lstStyle/>
          <a:p>
            <a:r>
              <a:rPr lang="en-US"/>
              <a:t>Optional subtitle</a:t>
            </a:r>
          </a:p>
        </p:txBody>
      </p:sp>
      <p:sp>
        <p:nvSpPr>
          <p:cNvPr id="16" name="Text Placeholder 15">
            <a:extLst>
              <a:ext uri="{FF2B5EF4-FFF2-40B4-BE49-F238E27FC236}">
                <a16:creationId xmlns:a16="http://schemas.microsoft.com/office/drawing/2014/main" id="{9BF52459-4811-9B07-277B-C1375AE79950}"/>
              </a:ext>
            </a:extLst>
          </p:cNvPr>
          <p:cNvSpPr>
            <a:spLocks noGrp="1"/>
          </p:cNvSpPr>
          <p:nvPr>
            <p:ph type="body" sz="quarter" idx="22"/>
          </p:nvPr>
        </p:nvSpPr>
        <p:spPr>
          <a:xfrm>
            <a:off x="549275" y="2667000"/>
            <a:ext cx="3566160" cy="3520440"/>
          </a:xfrm>
        </p:spPr>
        <p:txBody>
          <a:bodyPr/>
          <a:lstStyle/>
          <a:p>
            <a:r>
              <a:rPr lang="en-US"/>
              <a:t>First level ServiceNow </a:t>
            </a:r>
            <a:br>
              <a:rPr lang="en-US"/>
            </a:br>
            <a:r>
              <a:rPr lang="en-US"/>
              <a:t>Sans Light 18pt</a:t>
            </a:r>
          </a:p>
          <a:p>
            <a:pPr lvl="1"/>
            <a:r>
              <a:rPr lang="en-US"/>
              <a:t>Second level 16pt</a:t>
            </a:r>
          </a:p>
          <a:p>
            <a:pPr lvl="2"/>
            <a:r>
              <a:rPr lang="en-US"/>
              <a:t>Third level 14pt</a:t>
            </a:r>
          </a:p>
          <a:p>
            <a:pPr lvl="3"/>
            <a:r>
              <a:rPr lang="en-US"/>
              <a:t>Fourth level 14pt</a:t>
            </a:r>
          </a:p>
          <a:p>
            <a:pPr lvl="6"/>
            <a:r>
              <a:rPr lang="en-US"/>
              <a:t>Fifth to ninth level 14pt</a:t>
            </a:r>
          </a:p>
          <a:p>
            <a:r>
              <a:rPr lang="en-US">
                <a:hlinkClick r:id="rId3"/>
              </a:rPr>
              <a:t>Link ServiceNow Sans Light</a:t>
            </a:r>
            <a:endParaRPr lang="en-US"/>
          </a:p>
        </p:txBody>
      </p:sp>
      <p:sp>
        <p:nvSpPr>
          <p:cNvPr id="17" name="Text Placeholder 16">
            <a:extLst>
              <a:ext uri="{FF2B5EF4-FFF2-40B4-BE49-F238E27FC236}">
                <a16:creationId xmlns:a16="http://schemas.microsoft.com/office/drawing/2014/main" id="{B18A6593-B9AB-2B58-29F9-9309D8668105}"/>
              </a:ext>
            </a:extLst>
          </p:cNvPr>
          <p:cNvSpPr>
            <a:spLocks noGrp="1"/>
          </p:cNvSpPr>
          <p:nvPr>
            <p:ph type="body" sz="quarter" idx="23"/>
          </p:nvPr>
        </p:nvSpPr>
        <p:spPr>
          <a:xfrm>
            <a:off x="4308473" y="2667000"/>
            <a:ext cx="3566160" cy="3520440"/>
          </a:xfrm>
        </p:spPr>
        <p:txBody>
          <a:bodyPr/>
          <a:lstStyle/>
          <a:p>
            <a:r>
              <a:rPr lang="en-US"/>
              <a:t>First level ServiceNow </a:t>
            </a:r>
            <a:br>
              <a:rPr lang="en-US"/>
            </a:br>
            <a:r>
              <a:rPr lang="en-US"/>
              <a:t>Sans Light 18pt</a:t>
            </a:r>
          </a:p>
          <a:p>
            <a:pPr lvl="1"/>
            <a:r>
              <a:rPr lang="en-US"/>
              <a:t>Second level 16pt</a:t>
            </a:r>
          </a:p>
          <a:p>
            <a:pPr lvl="2"/>
            <a:r>
              <a:rPr lang="en-US"/>
              <a:t>Third level 14pt</a:t>
            </a:r>
          </a:p>
          <a:p>
            <a:pPr lvl="3"/>
            <a:r>
              <a:rPr lang="en-US"/>
              <a:t>Fourth level 14pt</a:t>
            </a:r>
          </a:p>
          <a:p>
            <a:pPr lvl="4"/>
            <a:r>
              <a:rPr lang="en-US"/>
              <a:t>Fifth to ninth level 14pt</a:t>
            </a:r>
          </a:p>
          <a:p>
            <a:r>
              <a:rPr lang="en-US">
                <a:hlinkClick r:id="rId3"/>
              </a:rPr>
              <a:t>Link ServiceNow Sans Light</a:t>
            </a:r>
            <a:endParaRPr lang="en-US"/>
          </a:p>
          <a:p>
            <a:endParaRPr lang="en-US"/>
          </a:p>
        </p:txBody>
      </p:sp>
      <p:sp>
        <p:nvSpPr>
          <p:cNvPr id="18" name="Text Placeholder 17">
            <a:extLst>
              <a:ext uri="{FF2B5EF4-FFF2-40B4-BE49-F238E27FC236}">
                <a16:creationId xmlns:a16="http://schemas.microsoft.com/office/drawing/2014/main" id="{3922CACC-F9D6-2E9A-DBE2-7DF449745ABE}"/>
              </a:ext>
            </a:extLst>
          </p:cNvPr>
          <p:cNvSpPr>
            <a:spLocks noGrp="1"/>
          </p:cNvSpPr>
          <p:nvPr>
            <p:ph type="body" sz="quarter" idx="24"/>
          </p:nvPr>
        </p:nvSpPr>
        <p:spPr>
          <a:xfrm>
            <a:off x="8062915" y="2667000"/>
            <a:ext cx="3566160" cy="3520440"/>
          </a:xfrm>
        </p:spPr>
        <p:txBody>
          <a:bodyPr/>
          <a:lstStyle/>
          <a:p>
            <a:r>
              <a:rPr lang="en-US"/>
              <a:t>First level ServiceNow </a:t>
            </a:r>
            <a:br>
              <a:rPr lang="en-US"/>
            </a:br>
            <a:r>
              <a:rPr lang="en-US"/>
              <a:t>Sans Light 18pt</a:t>
            </a:r>
          </a:p>
          <a:p>
            <a:pPr lvl="1"/>
            <a:r>
              <a:rPr lang="en-US"/>
              <a:t>Second level 16pt</a:t>
            </a:r>
          </a:p>
          <a:p>
            <a:pPr lvl="2"/>
            <a:r>
              <a:rPr lang="en-US"/>
              <a:t>Third level 14pt</a:t>
            </a:r>
          </a:p>
          <a:p>
            <a:pPr lvl="3"/>
            <a:r>
              <a:rPr lang="en-US"/>
              <a:t>Fourth level 14pt</a:t>
            </a:r>
          </a:p>
          <a:p>
            <a:pPr lvl="4"/>
            <a:r>
              <a:rPr lang="en-US"/>
              <a:t>Fifth to ninth level 14pt</a:t>
            </a:r>
          </a:p>
          <a:p>
            <a:r>
              <a:rPr lang="en-US">
                <a:hlinkClick r:id="rId3"/>
              </a:rPr>
              <a:t>Link ServiceNow Sans Light</a:t>
            </a:r>
            <a:endParaRPr lang="en-US"/>
          </a:p>
          <a:p>
            <a:endParaRPr lang="en-US"/>
          </a:p>
        </p:txBody>
      </p:sp>
      <p:sp>
        <p:nvSpPr>
          <p:cNvPr id="13" name="Text Placeholder 12">
            <a:extLst>
              <a:ext uri="{FF2B5EF4-FFF2-40B4-BE49-F238E27FC236}">
                <a16:creationId xmlns:a16="http://schemas.microsoft.com/office/drawing/2014/main" id="{C578B5B7-F530-A7D6-CD84-6647A4B2C025}"/>
              </a:ext>
            </a:extLst>
          </p:cNvPr>
          <p:cNvSpPr>
            <a:spLocks noGrp="1"/>
          </p:cNvSpPr>
          <p:nvPr>
            <p:ph type="body" sz="quarter" idx="16"/>
          </p:nvPr>
        </p:nvSpPr>
        <p:spPr>
          <a:xfrm>
            <a:off x="549276" y="1798638"/>
            <a:ext cx="3566160" cy="868362"/>
          </a:xfrm>
        </p:spPr>
        <p:txBody>
          <a:bodyPr/>
          <a:lstStyle/>
          <a:p>
            <a:r>
              <a:rPr lang="en-US"/>
              <a:t>Subhead</a:t>
            </a:r>
          </a:p>
        </p:txBody>
      </p:sp>
      <p:sp>
        <p:nvSpPr>
          <p:cNvPr id="14" name="Text Placeholder 13">
            <a:extLst>
              <a:ext uri="{FF2B5EF4-FFF2-40B4-BE49-F238E27FC236}">
                <a16:creationId xmlns:a16="http://schemas.microsoft.com/office/drawing/2014/main" id="{6D3B35AE-7097-CAE1-B543-A37F88410A3A}"/>
              </a:ext>
            </a:extLst>
          </p:cNvPr>
          <p:cNvSpPr>
            <a:spLocks noGrp="1"/>
          </p:cNvSpPr>
          <p:nvPr>
            <p:ph type="body" sz="quarter" idx="20"/>
          </p:nvPr>
        </p:nvSpPr>
        <p:spPr>
          <a:xfrm>
            <a:off x="4308474" y="1798638"/>
            <a:ext cx="3566160" cy="868362"/>
          </a:xfrm>
        </p:spPr>
        <p:txBody>
          <a:bodyPr/>
          <a:lstStyle/>
          <a:p>
            <a:r>
              <a:rPr lang="en-US"/>
              <a:t>Subhead</a:t>
            </a:r>
          </a:p>
        </p:txBody>
      </p:sp>
      <p:sp>
        <p:nvSpPr>
          <p:cNvPr id="15" name="Text Placeholder 14">
            <a:extLst>
              <a:ext uri="{FF2B5EF4-FFF2-40B4-BE49-F238E27FC236}">
                <a16:creationId xmlns:a16="http://schemas.microsoft.com/office/drawing/2014/main" id="{767275DB-9BBB-4BEA-92CE-608353518E90}"/>
              </a:ext>
            </a:extLst>
          </p:cNvPr>
          <p:cNvSpPr>
            <a:spLocks noGrp="1"/>
          </p:cNvSpPr>
          <p:nvPr>
            <p:ph type="body" sz="quarter" idx="21"/>
          </p:nvPr>
        </p:nvSpPr>
        <p:spPr>
          <a:xfrm>
            <a:off x="8062915" y="1798638"/>
            <a:ext cx="3566160" cy="868362"/>
          </a:xfrm>
        </p:spPr>
        <p:txBody>
          <a:bodyPr/>
          <a:lstStyle/>
          <a:p>
            <a:r>
              <a:rPr lang="en-US"/>
              <a:t>Subhead</a:t>
            </a:r>
          </a:p>
        </p:txBody>
      </p:sp>
      <p:sp>
        <p:nvSpPr>
          <p:cNvPr id="26" name="Text Placeholder 25">
            <a:extLst>
              <a:ext uri="{FF2B5EF4-FFF2-40B4-BE49-F238E27FC236}">
                <a16:creationId xmlns:a16="http://schemas.microsoft.com/office/drawing/2014/main" id="{00E17524-085C-9544-CBF3-BE5863FFFF81}"/>
              </a:ext>
            </a:extLst>
          </p:cNvPr>
          <p:cNvSpPr>
            <a:spLocks noGrp="1"/>
          </p:cNvSpPr>
          <p:nvPr>
            <p:ph type="body" sz="quarter" idx="11"/>
          </p:nvPr>
        </p:nvSpPr>
        <p:spPr>
          <a:xfrm>
            <a:off x="1828798" y="6468451"/>
            <a:ext cx="9253538" cy="109728"/>
          </a:xfrm>
        </p:spPr>
        <p:txBody>
          <a:bodyPr/>
          <a:lstStyle/>
          <a:p>
            <a:r>
              <a:rPr lang="en-US"/>
              <a:t>Source</a:t>
            </a:r>
          </a:p>
        </p:txBody>
      </p:sp>
    </p:spTree>
    <p:extLst>
      <p:ext uri="{BB962C8B-B14F-4D97-AF65-F5344CB8AC3E}">
        <p14:creationId xmlns:p14="http://schemas.microsoft.com/office/powerpoint/2010/main" val="252934326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FEBA4-C2E9-225E-DA12-2C536DE97ADF}"/>
            </a:ext>
          </a:extLst>
        </p:cNvPr>
        <p:cNvGrpSpPr/>
        <p:nvPr/>
      </p:nvGrpSpPr>
      <p:grpSpPr>
        <a:xfrm>
          <a:off x="0" y="0"/>
          <a:ext cx="0" cy="0"/>
          <a:chOff x="0" y="0"/>
          <a:chExt cx="0" cy="0"/>
        </a:xfrm>
      </p:grpSpPr>
      <p:sp>
        <p:nvSpPr>
          <p:cNvPr id="31" name="Title 30">
            <a:extLst>
              <a:ext uri="{FF2B5EF4-FFF2-40B4-BE49-F238E27FC236}">
                <a16:creationId xmlns:a16="http://schemas.microsoft.com/office/drawing/2014/main" id="{C3255893-015C-559F-B12A-37A02D9FB97E}"/>
              </a:ext>
            </a:extLst>
          </p:cNvPr>
          <p:cNvSpPr>
            <a:spLocks noGrp="1"/>
          </p:cNvSpPr>
          <p:nvPr>
            <p:ph type="title"/>
          </p:nvPr>
        </p:nvSpPr>
        <p:spPr>
          <a:xfrm>
            <a:off x="548640" y="530352"/>
            <a:ext cx="11091672" cy="594360"/>
          </a:xfrm>
        </p:spPr>
        <p:txBody>
          <a:bodyPr/>
          <a:lstStyle/>
          <a:p>
            <a:r>
              <a:rPr lang="en-US"/>
              <a:t>Four columns</a:t>
            </a:r>
          </a:p>
        </p:txBody>
      </p:sp>
      <p:sp>
        <p:nvSpPr>
          <p:cNvPr id="28" name="Text Placeholder 27">
            <a:extLst>
              <a:ext uri="{FF2B5EF4-FFF2-40B4-BE49-F238E27FC236}">
                <a16:creationId xmlns:a16="http://schemas.microsoft.com/office/drawing/2014/main" id="{E17CA91F-2DFE-4E1A-30E4-5F6CC5F122D3}"/>
              </a:ext>
            </a:extLst>
          </p:cNvPr>
          <p:cNvSpPr>
            <a:spLocks noGrp="1"/>
          </p:cNvSpPr>
          <p:nvPr>
            <p:ph type="subTitle" idx="1"/>
          </p:nvPr>
        </p:nvSpPr>
        <p:spPr>
          <a:xfrm>
            <a:off x="548640" y="1097279"/>
            <a:ext cx="11091545" cy="697459"/>
          </a:xfrm>
        </p:spPr>
        <p:txBody>
          <a:bodyPr/>
          <a:lstStyle/>
          <a:p>
            <a:r>
              <a:rPr lang="en-US"/>
              <a:t>Optional subtitle</a:t>
            </a:r>
          </a:p>
        </p:txBody>
      </p:sp>
      <p:sp>
        <p:nvSpPr>
          <p:cNvPr id="5" name="Text Placeholder 4">
            <a:extLst>
              <a:ext uri="{FF2B5EF4-FFF2-40B4-BE49-F238E27FC236}">
                <a16:creationId xmlns:a16="http://schemas.microsoft.com/office/drawing/2014/main" id="{088311E8-23EC-FFEB-4CEA-EE35D6954691}"/>
              </a:ext>
            </a:extLst>
          </p:cNvPr>
          <p:cNvSpPr>
            <a:spLocks noGrp="1"/>
          </p:cNvSpPr>
          <p:nvPr>
            <p:ph type="body" sz="quarter" idx="20"/>
          </p:nvPr>
        </p:nvSpPr>
        <p:spPr>
          <a:xfrm>
            <a:off x="549275" y="1798638"/>
            <a:ext cx="2632075" cy="868362"/>
          </a:xfrm>
        </p:spPr>
        <p:txBody>
          <a:bodyPr/>
          <a:lstStyle/>
          <a:p>
            <a:r>
              <a:rPr lang="en-US"/>
              <a:t>Subhead</a:t>
            </a:r>
          </a:p>
        </p:txBody>
      </p:sp>
      <p:sp>
        <p:nvSpPr>
          <p:cNvPr id="8" name="Text Placeholder 7">
            <a:extLst>
              <a:ext uri="{FF2B5EF4-FFF2-40B4-BE49-F238E27FC236}">
                <a16:creationId xmlns:a16="http://schemas.microsoft.com/office/drawing/2014/main" id="{D663F690-83F8-4AE8-FF4C-3571B7201FBE}"/>
              </a:ext>
            </a:extLst>
          </p:cNvPr>
          <p:cNvSpPr>
            <a:spLocks noGrp="1"/>
          </p:cNvSpPr>
          <p:nvPr>
            <p:ph type="body" sz="quarter" idx="24"/>
          </p:nvPr>
        </p:nvSpPr>
        <p:spPr>
          <a:xfrm>
            <a:off x="3370206" y="1798638"/>
            <a:ext cx="2632213" cy="868362"/>
          </a:xfrm>
        </p:spPr>
        <p:txBody>
          <a:bodyPr/>
          <a:lstStyle/>
          <a:p>
            <a:r>
              <a:rPr lang="en-US"/>
              <a:t>Subhead</a:t>
            </a:r>
          </a:p>
        </p:txBody>
      </p:sp>
      <p:sp>
        <p:nvSpPr>
          <p:cNvPr id="9" name="Text Placeholder 8">
            <a:extLst>
              <a:ext uri="{FF2B5EF4-FFF2-40B4-BE49-F238E27FC236}">
                <a16:creationId xmlns:a16="http://schemas.microsoft.com/office/drawing/2014/main" id="{925AFDBF-EC5F-E9EA-4AF7-D3B54F8F52ED}"/>
              </a:ext>
            </a:extLst>
          </p:cNvPr>
          <p:cNvSpPr>
            <a:spLocks noGrp="1"/>
          </p:cNvSpPr>
          <p:nvPr>
            <p:ph type="body" sz="quarter" idx="25"/>
          </p:nvPr>
        </p:nvSpPr>
        <p:spPr>
          <a:xfrm>
            <a:off x="6191137" y="1798638"/>
            <a:ext cx="2633473" cy="868362"/>
          </a:xfrm>
        </p:spPr>
        <p:txBody>
          <a:bodyPr/>
          <a:lstStyle/>
          <a:p>
            <a:r>
              <a:rPr lang="en-US"/>
              <a:t>Subhead</a:t>
            </a:r>
          </a:p>
        </p:txBody>
      </p:sp>
      <p:sp>
        <p:nvSpPr>
          <p:cNvPr id="10" name="Text Placeholder 9">
            <a:extLst>
              <a:ext uri="{FF2B5EF4-FFF2-40B4-BE49-F238E27FC236}">
                <a16:creationId xmlns:a16="http://schemas.microsoft.com/office/drawing/2014/main" id="{98229720-B269-AFFB-4080-F70EEAA13447}"/>
              </a:ext>
            </a:extLst>
          </p:cNvPr>
          <p:cNvSpPr>
            <a:spLocks noGrp="1"/>
          </p:cNvSpPr>
          <p:nvPr>
            <p:ph type="body" sz="quarter" idx="26"/>
          </p:nvPr>
        </p:nvSpPr>
        <p:spPr>
          <a:xfrm>
            <a:off x="9012067" y="1798638"/>
            <a:ext cx="2633472" cy="868362"/>
          </a:xfrm>
        </p:spPr>
        <p:txBody>
          <a:bodyPr/>
          <a:lstStyle/>
          <a:p>
            <a:r>
              <a:rPr lang="en-US"/>
              <a:t>Subhead</a:t>
            </a:r>
          </a:p>
        </p:txBody>
      </p:sp>
      <p:sp>
        <p:nvSpPr>
          <p:cNvPr id="4" name="Text Placeholder 3">
            <a:extLst>
              <a:ext uri="{FF2B5EF4-FFF2-40B4-BE49-F238E27FC236}">
                <a16:creationId xmlns:a16="http://schemas.microsoft.com/office/drawing/2014/main" id="{EFFBB962-8851-6D65-1BCB-02EA089CD063}"/>
              </a:ext>
            </a:extLst>
          </p:cNvPr>
          <p:cNvSpPr>
            <a:spLocks noGrp="1"/>
          </p:cNvSpPr>
          <p:nvPr>
            <p:ph type="body" sz="quarter" idx="19"/>
          </p:nvPr>
        </p:nvSpPr>
        <p:spPr>
          <a:xfrm>
            <a:off x="549275" y="2667000"/>
            <a:ext cx="2633472" cy="3520440"/>
          </a:xfrm>
        </p:spPr>
        <p:txBody>
          <a:bodyPr/>
          <a:lstStyle/>
          <a:p>
            <a:r>
              <a:rPr lang="en-US"/>
              <a:t>First level ServiceNow </a:t>
            </a:r>
            <a:br>
              <a:rPr lang="en-US"/>
            </a:br>
            <a:r>
              <a:rPr lang="en-US"/>
              <a:t>Sans Light 18pt</a:t>
            </a:r>
          </a:p>
          <a:p>
            <a:pPr lvl="1"/>
            <a:r>
              <a:rPr lang="en-US"/>
              <a:t>Second level 16pt</a:t>
            </a:r>
          </a:p>
          <a:p>
            <a:pPr lvl="2"/>
            <a:r>
              <a:rPr lang="en-US"/>
              <a:t>Third level 14pt</a:t>
            </a:r>
          </a:p>
          <a:p>
            <a:pPr lvl="3"/>
            <a:r>
              <a:rPr lang="en-US"/>
              <a:t>Fourth level 14pt</a:t>
            </a:r>
          </a:p>
          <a:p>
            <a:pPr lvl="4"/>
            <a:r>
              <a:rPr lang="en-US"/>
              <a:t>Fifth to ninth </a:t>
            </a:r>
            <a:br>
              <a:rPr lang="en-US"/>
            </a:br>
            <a:r>
              <a:rPr lang="en-US"/>
              <a:t>level 14pt</a:t>
            </a:r>
          </a:p>
          <a:p>
            <a:r>
              <a:rPr lang="en-US">
                <a:hlinkClick r:id="rId2"/>
              </a:rPr>
              <a:t>Link</a:t>
            </a:r>
            <a:endParaRPr lang="en-US"/>
          </a:p>
        </p:txBody>
      </p:sp>
      <p:sp>
        <p:nvSpPr>
          <p:cNvPr id="11" name="Text Placeholder 10">
            <a:extLst>
              <a:ext uri="{FF2B5EF4-FFF2-40B4-BE49-F238E27FC236}">
                <a16:creationId xmlns:a16="http://schemas.microsoft.com/office/drawing/2014/main" id="{A171FCE3-6636-5694-03EE-ED3E990A8BA8}"/>
              </a:ext>
            </a:extLst>
          </p:cNvPr>
          <p:cNvSpPr>
            <a:spLocks noGrp="1"/>
          </p:cNvSpPr>
          <p:nvPr>
            <p:ph type="body" sz="quarter" idx="30"/>
          </p:nvPr>
        </p:nvSpPr>
        <p:spPr>
          <a:xfrm>
            <a:off x="3370206" y="2667000"/>
            <a:ext cx="2633472" cy="3520440"/>
          </a:xfrm>
        </p:spPr>
        <p:txBody>
          <a:bodyPr/>
          <a:lstStyle/>
          <a:p>
            <a:r>
              <a:rPr lang="en-US"/>
              <a:t>First level ServiceNow </a:t>
            </a:r>
            <a:br>
              <a:rPr lang="en-US"/>
            </a:br>
            <a:r>
              <a:rPr lang="en-US"/>
              <a:t>Sans Light 18pt</a:t>
            </a:r>
          </a:p>
          <a:p>
            <a:pPr lvl="1"/>
            <a:r>
              <a:rPr lang="en-US"/>
              <a:t>Second level 16pt</a:t>
            </a:r>
          </a:p>
          <a:p>
            <a:pPr lvl="2"/>
            <a:r>
              <a:rPr lang="en-US"/>
              <a:t>Third level 14pt</a:t>
            </a:r>
          </a:p>
          <a:p>
            <a:pPr lvl="3"/>
            <a:r>
              <a:rPr lang="en-US"/>
              <a:t>Fourth level 14pt</a:t>
            </a:r>
          </a:p>
          <a:p>
            <a:pPr lvl="4"/>
            <a:r>
              <a:rPr lang="en-US"/>
              <a:t>Fifth to ninth </a:t>
            </a:r>
            <a:br>
              <a:rPr lang="en-US"/>
            </a:br>
            <a:r>
              <a:rPr lang="en-US"/>
              <a:t>level 14pt</a:t>
            </a:r>
          </a:p>
          <a:p>
            <a:r>
              <a:rPr lang="en-US">
                <a:hlinkClick r:id="rId2"/>
              </a:rPr>
              <a:t>Link</a:t>
            </a:r>
            <a:endParaRPr lang="en-US"/>
          </a:p>
          <a:p>
            <a:endParaRPr lang="en-US"/>
          </a:p>
        </p:txBody>
      </p:sp>
      <p:sp>
        <p:nvSpPr>
          <p:cNvPr id="6" name="Text Placeholder 5">
            <a:extLst>
              <a:ext uri="{FF2B5EF4-FFF2-40B4-BE49-F238E27FC236}">
                <a16:creationId xmlns:a16="http://schemas.microsoft.com/office/drawing/2014/main" id="{35CD9A17-9F17-D96C-38FD-A9FCD5ACE097}"/>
              </a:ext>
            </a:extLst>
          </p:cNvPr>
          <p:cNvSpPr>
            <a:spLocks noGrp="1"/>
          </p:cNvSpPr>
          <p:nvPr>
            <p:ph type="body" sz="quarter" idx="21"/>
          </p:nvPr>
        </p:nvSpPr>
        <p:spPr>
          <a:xfrm>
            <a:off x="6191137" y="2667000"/>
            <a:ext cx="2633472" cy="3520440"/>
          </a:xfrm>
        </p:spPr>
        <p:txBody>
          <a:bodyPr/>
          <a:lstStyle/>
          <a:p>
            <a:r>
              <a:rPr lang="en-US"/>
              <a:t>First level ServiceNow </a:t>
            </a:r>
            <a:br>
              <a:rPr lang="en-US"/>
            </a:br>
            <a:r>
              <a:rPr lang="en-US"/>
              <a:t>Sans Light 18pt</a:t>
            </a:r>
          </a:p>
          <a:p>
            <a:pPr lvl="1"/>
            <a:r>
              <a:rPr lang="en-US"/>
              <a:t>Second level 16pt</a:t>
            </a:r>
          </a:p>
          <a:p>
            <a:pPr lvl="2"/>
            <a:r>
              <a:rPr lang="en-US"/>
              <a:t>Third level 14pt</a:t>
            </a:r>
          </a:p>
          <a:p>
            <a:pPr lvl="3"/>
            <a:r>
              <a:rPr lang="en-US"/>
              <a:t>Fourth level 14pt</a:t>
            </a:r>
          </a:p>
          <a:p>
            <a:pPr lvl="4"/>
            <a:r>
              <a:rPr lang="en-US"/>
              <a:t>Fifth to ninth </a:t>
            </a:r>
            <a:br>
              <a:rPr lang="en-US"/>
            </a:br>
            <a:r>
              <a:rPr lang="en-US"/>
              <a:t>level 14pt</a:t>
            </a:r>
          </a:p>
          <a:p>
            <a:r>
              <a:rPr lang="en-US">
                <a:hlinkClick r:id="rId2"/>
              </a:rPr>
              <a:t>Link</a:t>
            </a:r>
            <a:endParaRPr lang="en-US"/>
          </a:p>
          <a:p>
            <a:endParaRPr lang="en-US"/>
          </a:p>
        </p:txBody>
      </p:sp>
      <p:sp>
        <p:nvSpPr>
          <p:cNvPr id="7" name="Text Placeholder 6">
            <a:extLst>
              <a:ext uri="{FF2B5EF4-FFF2-40B4-BE49-F238E27FC236}">
                <a16:creationId xmlns:a16="http://schemas.microsoft.com/office/drawing/2014/main" id="{A8066554-80E4-52AC-C370-4131FBAF8189}"/>
              </a:ext>
            </a:extLst>
          </p:cNvPr>
          <p:cNvSpPr>
            <a:spLocks noGrp="1"/>
          </p:cNvSpPr>
          <p:nvPr>
            <p:ph type="body" sz="quarter" idx="22"/>
          </p:nvPr>
        </p:nvSpPr>
        <p:spPr>
          <a:xfrm>
            <a:off x="9012067" y="2667000"/>
            <a:ext cx="2633472" cy="3520440"/>
          </a:xfrm>
        </p:spPr>
        <p:txBody>
          <a:bodyPr/>
          <a:lstStyle/>
          <a:p>
            <a:r>
              <a:rPr lang="en-US"/>
              <a:t>First level ServiceNow </a:t>
            </a:r>
            <a:br>
              <a:rPr lang="en-US"/>
            </a:br>
            <a:r>
              <a:rPr lang="en-US"/>
              <a:t>Sans Light 18pt</a:t>
            </a:r>
          </a:p>
          <a:p>
            <a:pPr lvl="1"/>
            <a:r>
              <a:rPr lang="en-US"/>
              <a:t>Second level 16pt</a:t>
            </a:r>
          </a:p>
          <a:p>
            <a:pPr lvl="2"/>
            <a:r>
              <a:rPr lang="en-US"/>
              <a:t>Third level 14pt</a:t>
            </a:r>
          </a:p>
          <a:p>
            <a:pPr lvl="3"/>
            <a:r>
              <a:rPr lang="en-US"/>
              <a:t>Fourth level 14pt</a:t>
            </a:r>
          </a:p>
          <a:p>
            <a:pPr lvl="4"/>
            <a:r>
              <a:rPr lang="en-US"/>
              <a:t>Fifth to ninth </a:t>
            </a:r>
            <a:br>
              <a:rPr lang="en-US"/>
            </a:br>
            <a:r>
              <a:rPr lang="en-US"/>
              <a:t>level 14pt</a:t>
            </a:r>
          </a:p>
          <a:p>
            <a:r>
              <a:rPr lang="en-US">
                <a:hlinkClick r:id="rId2"/>
              </a:rPr>
              <a:t>Link</a:t>
            </a:r>
            <a:endParaRPr lang="en-US"/>
          </a:p>
          <a:p>
            <a:endParaRPr lang="en-US"/>
          </a:p>
        </p:txBody>
      </p:sp>
      <p:sp>
        <p:nvSpPr>
          <p:cNvPr id="33" name="Text Placeholder 32">
            <a:extLst>
              <a:ext uri="{FF2B5EF4-FFF2-40B4-BE49-F238E27FC236}">
                <a16:creationId xmlns:a16="http://schemas.microsoft.com/office/drawing/2014/main" id="{D0EFB973-7F59-1535-BCBA-FA4652695CCF}"/>
              </a:ext>
            </a:extLst>
          </p:cNvPr>
          <p:cNvSpPr>
            <a:spLocks noGrp="1"/>
          </p:cNvSpPr>
          <p:nvPr>
            <p:ph type="body" sz="quarter" idx="11"/>
          </p:nvPr>
        </p:nvSpPr>
        <p:spPr>
          <a:xfrm>
            <a:off x="1828798" y="6468451"/>
            <a:ext cx="9253538" cy="109728"/>
          </a:xfrm>
        </p:spPr>
        <p:txBody>
          <a:bodyPr/>
          <a:lstStyle/>
          <a:p>
            <a:r>
              <a:rPr lang="en-US"/>
              <a:t>Source</a:t>
            </a:r>
          </a:p>
        </p:txBody>
      </p:sp>
    </p:spTree>
    <p:extLst>
      <p:ext uri="{BB962C8B-B14F-4D97-AF65-F5344CB8AC3E}">
        <p14:creationId xmlns:p14="http://schemas.microsoft.com/office/powerpoint/2010/main" val="366611187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251D5-9A26-354A-4698-7D9B92A8E03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33F1E7B-A658-7783-057F-C519A417B436}"/>
              </a:ext>
            </a:extLst>
          </p:cNvPr>
          <p:cNvSpPr>
            <a:spLocks noGrp="1"/>
          </p:cNvSpPr>
          <p:nvPr>
            <p:ph type="title"/>
          </p:nvPr>
        </p:nvSpPr>
        <p:spPr>
          <a:xfrm>
            <a:off x="549275" y="545137"/>
            <a:ext cx="11082338" cy="4259147"/>
          </a:xfrm>
        </p:spPr>
        <p:txBody>
          <a:bodyPr/>
          <a:lstStyle/>
          <a:p>
            <a:br>
              <a:rPr lang="en-US"/>
            </a:br>
            <a:r>
              <a:rPr lang="en-US"/>
              <a:t>Quote, this layout can </a:t>
            </a:r>
            <a:br>
              <a:rPr lang="en-US"/>
            </a:br>
            <a:r>
              <a:rPr lang="en-US"/>
              <a:t>use multiple lines of text, </a:t>
            </a:r>
            <a:br>
              <a:rPr lang="en-US"/>
            </a:br>
            <a:r>
              <a:rPr lang="en-US"/>
              <a:t>the top quote mark will move automatically.</a:t>
            </a:r>
          </a:p>
        </p:txBody>
      </p:sp>
      <p:sp>
        <p:nvSpPr>
          <p:cNvPr id="6" name="Text Placeholder 5">
            <a:extLst>
              <a:ext uri="{FF2B5EF4-FFF2-40B4-BE49-F238E27FC236}">
                <a16:creationId xmlns:a16="http://schemas.microsoft.com/office/drawing/2014/main" id="{9835767C-1399-42FC-DC3A-0EB5E12C24E5}"/>
              </a:ext>
            </a:extLst>
          </p:cNvPr>
          <p:cNvSpPr>
            <a:spLocks noGrp="1"/>
          </p:cNvSpPr>
          <p:nvPr>
            <p:ph type="body" sz="quarter" idx="10"/>
          </p:nvPr>
        </p:nvSpPr>
        <p:spPr>
          <a:xfrm>
            <a:off x="549275" y="5109411"/>
            <a:ext cx="11087100" cy="217004"/>
          </a:xfrm>
        </p:spPr>
        <p:txBody>
          <a:bodyPr/>
          <a:lstStyle/>
          <a:p>
            <a:r>
              <a:rPr lang="en-US"/>
              <a:t>Speaker first and last name</a:t>
            </a:r>
          </a:p>
        </p:txBody>
      </p:sp>
      <p:sp>
        <p:nvSpPr>
          <p:cNvPr id="14" name="Text Placeholder 13">
            <a:extLst>
              <a:ext uri="{FF2B5EF4-FFF2-40B4-BE49-F238E27FC236}">
                <a16:creationId xmlns:a16="http://schemas.microsoft.com/office/drawing/2014/main" id="{75B3B28B-A556-5B34-523C-3014A258BC25}"/>
              </a:ext>
            </a:extLst>
          </p:cNvPr>
          <p:cNvSpPr>
            <a:spLocks noGrp="1"/>
          </p:cNvSpPr>
          <p:nvPr>
            <p:ph type="body" sz="quarter" idx="11"/>
          </p:nvPr>
        </p:nvSpPr>
        <p:spPr>
          <a:xfrm>
            <a:off x="549275" y="5477181"/>
            <a:ext cx="11087100" cy="518276"/>
          </a:xfrm>
        </p:spPr>
        <p:txBody>
          <a:bodyPr/>
          <a:lstStyle/>
          <a:p>
            <a:r>
              <a:rPr lang="en-US"/>
              <a:t>Job title and company</a:t>
            </a:r>
          </a:p>
        </p:txBody>
      </p:sp>
    </p:spTree>
    <p:extLst>
      <p:ext uri="{BB962C8B-B14F-4D97-AF65-F5344CB8AC3E}">
        <p14:creationId xmlns:p14="http://schemas.microsoft.com/office/powerpoint/2010/main" val="263157133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3EDAF-CDA7-6EA2-8C20-5DFF7948E7F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5CC7842-9420-EB19-C672-830189F3360F}"/>
              </a:ext>
            </a:extLst>
          </p:cNvPr>
          <p:cNvSpPr>
            <a:spLocks noGrp="1"/>
          </p:cNvSpPr>
          <p:nvPr>
            <p:ph type="title"/>
          </p:nvPr>
        </p:nvSpPr>
        <p:spPr>
          <a:xfrm>
            <a:off x="548640" y="549274"/>
            <a:ext cx="11089323" cy="5635625"/>
          </a:xfrm>
        </p:spPr>
        <p:txBody>
          <a:bodyPr/>
          <a:lstStyle/>
          <a:p>
            <a:r>
              <a:rPr lang="en-US">
                <a:solidFill>
                  <a:schemeClr val="accent1"/>
                </a:solidFill>
              </a:rPr>
              <a:t>Layout for a </a:t>
            </a:r>
            <a:br>
              <a:rPr lang="en-US">
                <a:solidFill>
                  <a:schemeClr val="accent1"/>
                </a:solidFill>
              </a:rPr>
            </a:br>
            <a:r>
              <a:rPr lang="en-US">
                <a:solidFill>
                  <a:schemeClr val="accent1"/>
                </a:solidFill>
              </a:rPr>
              <a:t>large statement </a:t>
            </a:r>
            <a:br>
              <a:rPr lang="en-US">
                <a:solidFill>
                  <a:schemeClr val="accent1"/>
                </a:solidFill>
              </a:rPr>
            </a:br>
            <a:r>
              <a:rPr lang="en-US"/>
              <a:t>that spans multiple lines.</a:t>
            </a:r>
          </a:p>
        </p:txBody>
      </p:sp>
    </p:spTree>
    <p:extLst>
      <p:ext uri="{BB962C8B-B14F-4D97-AF65-F5344CB8AC3E}">
        <p14:creationId xmlns:p14="http://schemas.microsoft.com/office/powerpoint/2010/main" val="129316370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FFECF-9DA2-3EBE-D443-50A920C2B07D}"/>
              </a:ext>
            </a:extLst>
          </p:cNvPr>
          <p:cNvSpPr>
            <a:spLocks noGrp="1"/>
          </p:cNvSpPr>
          <p:nvPr>
            <p:ph type="title"/>
          </p:nvPr>
        </p:nvSpPr>
        <p:spPr>
          <a:xfrm>
            <a:off x="548640" y="553413"/>
            <a:ext cx="11089323" cy="4287420"/>
          </a:xfrm>
        </p:spPr>
        <p:txBody>
          <a:bodyPr/>
          <a:lstStyle/>
          <a:p>
            <a:r>
              <a:rPr lang="en-US">
                <a:solidFill>
                  <a:schemeClr val="accent1"/>
                </a:solidFill>
              </a:rPr>
              <a:t>Divider</a:t>
            </a:r>
            <a:endParaRPr lang="en-US"/>
          </a:p>
        </p:txBody>
      </p:sp>
      <p:sp>
        <p:nvSpPr>
          <p:cNvPr id="3" name="Subtitle 2">
            <a:extLst>
              <a:ext uri="{FF2B5EF4-FFF2-40B4-BE49-F238E27FC236}">
                <a16:creationId xmlns:a16="http://schemas.microsoft.com/office/drawing/2014/main" id="{6E7A87FA-38E2-8CA2-9824-62F27389535C}"/>
              </a:ext>
            </a:extLst>
          </p:cNvPr>
          <p:cNvSpPr>
            <a:spLocks noGrp="1"/>
          </p:cNvSpPr>
          <p:nvPr>
            <p:ph type="subTitle" idx="1"/>
          </p:nvPr>
        </p:nvSpPr>
        <p:spPr>
          <a:xfrm>
            <a:off x="549275" y="5137943"/>
            <a:ext cx="6386513" cy="899658"/>
          </a:xfrm>
        </p:spPr>
        <p:txBody>
          <a:bodyPr/>
          <a:lstStyle/>
          <a:p>
            <a:r>
              <a:rPr lang="en-US"/>
              <a:t>Optional subtitle</a:t>
            </a:r>
          </a:p>
        </p:txBody>
      </p:sp>
    </p:spTree>
    <p:extLst>
      <p:ext uri="{BB962C8B-B14F-4D97-AF65-F5344CB8AC3E}">
        <p14:creationId xmlns:p14="http://schemas.microsoft.com/office/powerpoint/2010/main" val="48289436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45314-F0B9-DD4D-707E-CB6BAA8476FF}"/>
            </a:ext>
          </a:extLst>
        </p:cNvPr>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A732670-E1A0-C756-4870-720D93A2116C}"/>
              </a:ext>
            </a:extLst>
          </p:cNvPr>
          <p:cNvSpPr>
            <a:spLocks noGrp="1"/>
          </p:cNvSpPr>
          <p:nvPr>
            <p:ph type="pic" sz="quarter" idx="16"/>
          </p:nvPr>
        </p:nvSpPr>
        <p:spPr>
          <a:solidFill>
            <a:srgbClr val="021829">
              <a:alpha val="90000"/>
            </a:srgbClr>
          </a:solidFill>
        </p:spPr>
        <p:txBody>
          <a:bodyPr/>
          <a:lstStyle/>
          <a:p>
            <a:pPr>
              <a:lnSpc>
                <a:spcPct val="100000"/>
              </a:lnSpc>
              <a:buChar char="​"/>
            </a:pPr>
            <a:endParaRPr lang="en-US"/>
          </a:p>
        </p:txBody>
      </p:sp>
    </p:spTree>
    <p:extLst>
      <p:ext uri="{BB962C8B-B14F-4D97-AF65-F5344CB8AC3E}">
        <p14:creationId xmlns:p14="http://schemas.microsoft.com/office/powerpoint/2010/main" val="409602326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6E69FCBE-5AC9-3635-154E-AB7DBC36EBDA}"/>
              </a:ext>
            </a:extLst>
          </p:cNvPr>
          <p:cNvSpPr>
            <a:spLocks noGrp="1"/>
          </p:cNvSpPr>
          <p:nvPr>
            <p:ph type="pic" sz="quarter" idx="16"/>
          </p:nvPr>
        </p:nvSpPr>
        <p:spPr/>
        <p:txBody>
          <a:bodyPr/>
          <a:lstStyle/>
          <a:p>
            <a:endParaRPr lang="en-US"/>
          </a:p>
        </p:txBody>
      </p:sp>
      <p:sp>
        <p:nvSpPr>
          <p:cNvPr id="3" name="Title 2">
            <a:extLst>
              <a:ext uri="{FF2B5EF4-FFF2-40B4-BE49-F238E27FC236}">
                <a16:creationId xmlns:a16="http://schemas.microsoft.com/office/drawing/2014/main" id="{B351CEDF-8BF7-0820-E61A-30FCB2075714}"/>
              </a:ext>
            </a:extLst>
          </p:cNvPr>
          <p:cNvSpPr>
            <a:spLocks noGrp="1"/>
          </p:cNvSpPr>
          <p:nvPr>
            <p:ph type="title"/>
          </p:nvPr>
        </p:nvSpPr>
        <p:spPr>
          <a:xfrm>
            <a:off x="549275" y="549274"/>
            <a:ext cx="4173538" cy="3053843"/>
          </a:xfrm>
        </p:spPr>
        <p:txBody>
          <a:bodyPr/>
          <a:lstStyle/>
          <a:p>
            <a:r>
              <a:rPr lang="en-US">
                <a:solidFill>
                  <a:schemeClr val="accent1"/>
                </a:solidFill>
              </a:rPr>
              <a:t>Demo intro </a:t>
            </a:r>
            <a:r>
              <a:rPr lang="en-US"/>
              <a:t>desktop</a:t>
            </a:r>
          </a:p>
        </p:txBody>
      </p:sp>
      <p:sp>
        <p:nvSpPr>
          <p:cNvPr id="4" name="Text Placeholder 3">
            <a:extLst>
              <a:ext uri="{FF2B5EF4-FFF2-40B4-BE49-F238E27FC236}">
                <a16:creationId xmlns:a16="http://schemas.microsoft.com/office/drawing/2014/main" id="{925D3BDF-5666-BAEB-20C3-289E21E54C58}"/>
              </a:ext>
            </a:extLst>
          </p:cNvPr>
          <p:cNvSpPr>
            <a:spLocks noGrp="1"/>
          </p:cNvSpPr>
          <p:nvPr>
            <p:ph type="body" sz="quarter" idx="12"/>
          </p:nvPr>
        </p:nvSpPr>
        <p:spPr>
          <a:xfrm>
            <a:off x="549275" y="3703320"/>
            <a:ext cx="4173538" cy="2495216"/>
          </a:xfrm>
        </p:spPr>
        <p:txBody>
          <a:bodyPr/>
          <a:lstStyle/>
          <a:p>
            <a:r>
              <a:rPr lang="en-US"/>
              <a:t>ServiceNow AI Platform unifies </a:t>
            </a:r>
            <a:br>
              <a:rPr lang="en-US"/>
            </a:br>
            <a:r>
              <a:rPr lang="en-US"/>
              <a:t>AI + Data + Workflows</a:t>
            </a:r>
          </a:p>
          <a:p>
            <a:endParaRPr lang="en-US"/>
          </a:p>
        </p:txBody>
      </p:sp>
    </p:spTree>
    <p:extLst>
      <p:ext uri="{BB962C8B-B14F-4D97-AF65-F5344CB8AC3E}">
        <p14:creationId xmlns:p14="http://schemas.microsoft.com/office/powerpoint/2010/main" val="137724419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131C8-A74E-29B1-470D-D4EC201E4A70}"/>
            </a:ext>
          </a:extLst>
        </p:cNvPr>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6814031-1A3B-D119-C95D-91B07E44C5C8}"/>
              </a:ext>
            </a:extLst>
          </p:cNvPr>
          <p:cNvSpPr>
            <a:spLocks noGrp="1"/>
          </p:cNvSpPr>
          <p:nvPr>
            <p:ph type="pic" sz="quarter" idx="16"/>
          </p:nvPr>
        </p:nvSpPr>
        <p:spPr/>
        <p:txBody>
          <a:bodyPr/>
          <a:lstStyle/>
          <a:p>
            <a:endParaRPr lang="en-US"/>
          </a:p>
        </p:txBody>
      </p:sp>
      <p:sp>
        <p:nvSpPr>
          <p:cNvPr id="3" name="Title 2">
            <a:extLst>
              <a:ext uri="{FF2B5EF4-FFF2-40B4-BE49-F238E27FC236}">
                <a16:creationId xmlns:a16="http://schemas.microsoft.com/office/drawing/2014/main" id="{455B6056-9EED-7E74-AE2F-41B04E402D12}"/>
              </a:ext>
            </a:extLst>
          </p:cNvPr>
          <p:cNvSpPr>
            <a:spLocks noGrp="1"/>
          </p:cNvSpPr>
          <p:nvPr>
            <p:ph type="title"/>
          </p:nvPr>
        </p:nvSpPr>
        <p:spPr>
          <a:xfrm>
            <a:off x="549275" y="549274"/>
            <a:ext cx="4173538" cy="3053843"/>
          </a:xfrm>
        </p:spPr>
        <p:txBody>
          <a:bodyPr/>
          <a:lstStyle/>
          <a:p>
            <a:r>
              <a:rPr lang="en-US">
                <a:solidFill>
                  <a:schemeClr val="accent1"/>
                </a:solidFill>
              </a:rPr>
              <a:t>Demo intro </a:t>
            </a:r>
            <a:r>
              <a:rPr lang="en-US"/>
              <a:t>tablet</a:t>
            </a:r>
          </a:p>
        </p:txBody>
      </p:sp>
      <p:sp>
        <p:nvSpPr>
          <p:cNvPr id="4" name="Text Placeholder 3">
            <a:extLst>
              <a:ext uri="{FF2B5EF4-FFF2-40B4-BE49-F238E27FC236}">
                <a16:creationId xmlns:a16="http://schemas.microsoft.com/office/drawing/2014/main" id="{12EFB1AE-8205-68AA-0714-28562D83C5DA}"/>
              </a:ext>
            </a:extLst>
          </p:cNvPr>
          <p:cNvSpPr>
            <a:spLocks noGrp="1"/>
          </p:cNvSpPr>
          <p:nvPr>
            <p:ph type="body" sz="quarter" idx="12"/>
          </p:nvPr>
        </p:nvSpPr>
        <p:spPr>
          <a:xfrm>
            <a:off x="549275" y="3703320"/>
            <a:ext cx="4173538" cy="2487195"/>
          </a:xfrm>
        </p:spPr>
        <p:txBody>
          <a:bodyPr/>
          <a:lstStyle/>
          <a:p>
            <a:r>
              <a:rPr lang="en-US"/>
              <a:t>ServiceNow AI Platform unifies </a:t>
            </a:r>
            <a:br>
              <a:rPr lang="en-US"/>
            </a:br>
            <a:r>
              <a:rPr lang="en-US"/>
              <a:t>AI + Data + Workflows</a:t>
            </a:r>
          </a:p>
          <a:p>
            <a:endParaRPr lang="en-US"/>
          </a:p>
        </p:txBody>
      </p:sp>
    </p:spTree>
    <p:extLst>
      <p:ext uri="{BB962C8B-B14F-4D97-AF65-F5344CB8AC3E}">
        <p14:creationId xmlns:p14="http://schemas.microsoft.com/office/powerpoint/2010/main" val="2454202946"/>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90988-F5C9-F984-737E-312761E842FE}"/>
            </a:ext>
          </a:extLst>
        </p:cNvPr>
        <p:cNvGrpSpPr/>
        <p:nvPr/>
      </p:nvGrpSpPr>
      <p:grpSpPr>
        <a:xfrm>
          <a:off x="0" y="0"/>
          <a:ext cx="0" cy="0"/>
          <a:chOff x="0" y="0"/>
          <a:chExt cx="0" cy="0"/>
        </a:xfrm>
      </p:grpSpPr>
      <p:sp>
        <p:nvSpPr>
          <p:cNvPr id="6" name="Picture Placeholder 5">
            <a:extLst>
              <a:ext uri="{FF2B5EF4-FFF2-40B4-BE49-F238E27FC236}">
                <a16:creationId xmlns:a16="http://schemas.microsoft.com/office/drawing/2014/main" id="{2AFAFC81-93BF-3830-AE1E-9DD5E4D2650F}"/>
              </a:ext>
              <a:ext uri="{C183D7F6-B498-43B3-948B-1728B52AA6E4}">
                <adec:decorative xmlns:adec="http://schemas.microsoft.com/office/drawing/2017/decorative" val="1"/>
              </a:ext>
            </a:extLst>
          </p:cNvPr>
          <p:cNvSpPr>
            <a:spLocks noGrp="1"/>
          </p:cNvSpPr>
          <p:nvPr>
            <p:ph type="pic" sz="quarter" idx="16"/>
          </p:nvPr>
        </p:nvSpPr>
        <p:spPr/>
        <p:txBody>
          <a:bodyPr/>
          <a:lstStyle/>
          <a:p>
            <a:endParaRPr lang="en-US"/>
          </a:p>
        </p:txBody>
      </p:sp>
      <p:sp>
        <p:nvSpPr>
          <p:cNvPr id="3" name="Title 2">
            <a:extLst>
              <a:ext uri="{FF2B5EF4-FFF2-40B4-BE49-F238E27FC236}">
                <a16:creationId xmlns:a16="http://schemas.microsoft.com/office/drawing/2014/main" id="{CBAED587-8326-A5A6-1D45-D7C6866562F2}"/>
              </a:ext>
            </a:extLst>
          </p:cNvPr>
          <p:cNvSpPr>
            <a:spLocks noGrp="1"/>
          </p:cNvSpPr>
          <p:nvPr>
            <p:ph type="title"/>
          </p:nvPr>
        </p:nvSpPr>
        <p:spPr>
          <a:xfrm>
            <a:off x="548639" y="549274"/>
            <a:ext cx="5639436" cy="3053843"/>
          </a:xfrm>
        </p:spPr>
        <p:txBody>
          <a:bodyPr/>
          <a:lstStyle/>
          <a:p>
            <a:r>
              <a:rPr lang="en-US">
                <a:solidFill>
                  <a:schemeClr val="accent1"/>
                </a:solidFill>
              </a:rPr>
              <a:t>Demo intro </a:t>
            </a:r>
            <a:br>
              <a:rPr lang="en-US"/>
            </a:br>
            <a:r>
              <a:rPr lang="en-US">
                <a:solidFill>
                  <a:schemeClr val="bg1"/>
                </a:solidFill>
              </a:rPr>
              <a:t>mobile</a:t>
            </a:r>
          </a:p>
        </p:txBody>
      </p:sp>
      <p:sp>
        <p:nvSpPr>
          <p:cNvPr id="4" name="Text Placeholder 3">
            <a:extLst>
              <a:ext uri="{FF2B5EF4-FFF2-40B4-BE49-F238E27FC236}">
                <a16:creationId xmlns:a16="http://schemas.microsoft.com/office/drawing/2014/main" id="{A51A2A1E-4A27-2E0F-F625-FE8065FD6F1C}"/>
              </a:ext>
            </a:extLst>
          </p:cNvPr>
          <p:cNvSpPr>
            <a:spLocks noGrp="1"/>
          </p:cNvSpPr>
          <p:nvPr>
            <p:ph type="body" sz="quarter" idx="12"/>
          </p:nvPr>
        </p:nvSpPr>
        <p:spPr>
          <a:xfrm>
            <a:off x="548639" y="3703320"/>
            <a:ext cx="5639436" cy="2487195"/>
          </a:xfrm>
        </p:spPr>
        <p:txBody>
          <a:bodyPr/>
          <a:lstStyle/>
          <a:p>
            <a:r>
              <a:rPr lang="en-US">
                <a:solidFill>
                  <a:schemeClr val="bg1"/>
                </a:solidFill>
                <a:latin typeface="+mn-lt"/>
              </a:rPr>
              <a:t>ServiceNow AI Platform unifies</a:t>
            </a:r>
            <a:br>
              <a:rPr lang="en-US">
                <a:solidFill>
                  <a:schemeClr val="bg1"/>
                </a:solidFill>
                <a:latin typeface="+mn-lt"/>
              </a:rPr>
            </a:br>
            <a:r>
              <a:rPr lang="en-US">
                <a:solidFill>
                  <a:schemeClr val="bg1"/>
                </a:solidFill>
                <a:latin typeface="+mn-lt"/>
              </a:rPr>
              <a:t>AI + Data + Workflows</a:t>
            </a:r>
          </a:p>
          <a:p>
            <a:endParaRPr lang="en-US">
              <a:solidFill>
                <a:schemeClr val="bg1"/>
              </a:solidFill>
              <a:latin typeface="+mn-lt"/>
            </a:endParaRPr>
          </a:p>
        </p:txBody>
      </p:sp>
    </p:spTree>
    <p:extLst>
      <p:ext uri="{BB962C8B-B14F-4D97-AF65-F5344CB8AC3E}">
        <p14:creationId xmlns:p14="http://schemas.microsoft.com/office/powerpoint/2010/main" val="86927737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7F374B6-45FA-4EDF-329C-8B9F5F73756E}"/>
              </a:ext>
            </a:extLst>
          </p:cNvPr>
          <p:cNvSpPr>
            <a:spLocks noGrp="1"/>
          </p:cNvSpPr>
          <p:nvPr>
            <p:ph type="pic" sz="quarter" idx="16"/>
          </p:nvPr>
        </p:nvSpPr>
        <p:spPr/>
        <p:txBody>
          <a:bodyPr/>
          <a:lstStyle/>
          <a:p>
            <a:endParaRPr lang="en-US"/>
          </a:p>
        </p:txBody>
      </p:sp>
    </p:spTree>
    <p:extLst>
      <p:ext uri="{BB962C8B-B14F-4D97-AF65-F5344CB8AC3E}">
        <p14:creationId xmlns:p14="http://schemas.microsoft.com/office/powerpoint/2010/main" val="253006143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9D689-6DEF-E5A5-78B4-72EAA0888F48}"/>
            </a:ext>
          </a:extLst>
        </p:cNvPr>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76CDCE1-905D-B1FF-81E8-710CFBB2B7E0}"/>
              </a:ext>
            </a:extLst>
          </p:cNvPr>
          <p:cNvSpPr>
            <a:spLocks noGrp="1"/>
          </p:cNvSpPr>
          <p:nvPr>
            <p:ph type="pic" sz="quarter" idx="17"/>
          </p:nvPr>
        </p:nvSpPr>
        <p:spPr/>
        <p:txBody>
          <a:bodyPr/>
          <a:lstStyle/>
          <a:p>
            <a:endParaRPr lang="en-US"/>
          </a:p>
        </p:txBody>
      </p:sp>
    </p:spTree>
    <p:extLst>
      <p:ext uri="{BB962C8B-B14F-4D97-AF65-F5344CB8AC3E}">
        <p14:creationId xmlns:p14="http://schemas.microsoft.com/office/powerpoint/2010/main" val="321081905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B5E89-C15E-3C55-90E7-C26CABCE13F5}"/>
            </a:ext>
          </a:extLst>
        </p:cNvPr>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D0CCE71-ED73-34EB-3F3D-87162FC858C9}"/>
              </a:ext>
            </a:extLst>
          </p:cNvPr>
          <p:cNvSpPr>
            <a:spLocks noGrp="1"/>
          </p:cNvSpPr>
          <p:nvPr>
            <p:ph type="pic" sz="quarter" idx="17"/>
          </p:nvPr>
        </p:nvSpPr>
        <p:spPr/>
        <p:txBody>
          <a:bodyPr/>
          <a:lstStyle/>
          <a:p>
            <a:endParaRPr lang="en-US"/>
          </a:p>
        </p:txBody>
      </p:sp>
    </p:spTree>
    <p:extLst>
      <p:ext uri="{BB962C8B-B14F-4D97-AF65-F5344CB8AC3E}">
        <p14:creationId xmlns:p14="http://schemas.microsoft.com/office/powerpoint/2010/main" val="2254410336"/>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A792F-BBF5-5088-DD86-5EC7C937149F}"/>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50558E6-7CF0-7397-979E-5E6093F18A59}"/>
              </a:ext>
            </a:extLst>
          </p:cNvPr>
          <p:cNvSpPr>
            <a:spLocks noGrp="1"/>
          </p:cNvSpPr>
          <p:nvPr>
            <p:ph type="pic" sz="quarter" idx="16"/>
          </p:nvPr>
        </p:nvSpPr>
        <p:spPr/>
        <p:txBody>
          <a:bodyPr/>
          <a:lstStyle/>
          <a:p>
            <a:endParaRPr lang="en-US"/>
          </a:p>
        </p:txBody>
      </p:sp>
    </p:spTree>
    <p:extLst>
      <p:ext uri="{BB962C8B-B14F-4D97-AF65-F5344CB8AC3E}">
        <p14:creationId xmlns:p14="http://schemas.microsoft.com/office/powerpoint/2010/main" val="1666921682"/>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B67554-327F-69E7-E644-5FAB5B03FBEE}"/>
              </a:ext>
            </a:extLst>
          </p:cNvPr>
          <p:cNvSpPr>
            <a:spLocks noGrp="1"/>
          </p:cNvSpPr>
          <p:nvPr>
            <p:ph type="title"/>
          </p:nvPr>
        </p:nvSpPr>
        <p:spPr>
          <a:xfrm>
            <a:off x="548640" y="549275"/>
            <a:ext cx="8273098" cy="3590857"/>
          </a:xfrm>
        </p:spPr>
        <p:txBody>
          <a:bodyPr/>
          <a:lstStyle/>
          <a:p>
            <a:r>
              <a:rPr lang="en-US"/>
              <a:t>Thank you</a:t>
            </a:r>
          </a:p>
        </p:txBody>
      </p:sp>
    </p:spTree>
    <p:extLst>
      <p:ext uri="{BB962C8B-B14F-4D97-AF65-F5344CB8AC3E}">
        <p14:creationId xmlns:p14="http://schemas.microsoft.com/office/powerpoint/2010/main" val="52129564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022878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6cd991bf-f022-4378-96e7-2c338aeb3f5a"/>
</p:tagLst>
</file>

<file path=ppt/theme/theme1.xml><?xml version="1.0" encoding="utf-8"?>
<a:theme xmlns:a="http://schemas.openxmlformats.org/drawingml/2006/main" name="ServiceNow Corp Template">
  <a:themeElements>
    <a:clrScheme name="ServiceNow Corporate Template">
      <a:dk1>
        <a:srgbClr val="000000"/>
      </a:dk1>
      <a:lt1>
        <a:srgbClr val="FFFFFF"/>
      </a:lt1>
      <a:dk2>
        <a:srgbClr val="032D42"/>
      </a:dk2>
      <a:lt2>
        <a:srgbClr val="FFFFFF"/>
      </a:lt2>
      <a:accent1>
        <a:srgbClr val="63DF4E"/>
      </a:accent1>
      <a:accent2>
        <a:srgbClr val="DEFFD9"/>
      </a:accent2>
      <a:accent3>
        <a:srgbClr val="52B8FF"/>
      </a:accent3>
      <a:accent4>
        <a:srgbClr val="C2E6FF"/>
      </a:accent4>
      <a:accent5>
        <a:srgbClr val="7661FF"/>
      </a:accent5>
      <a:accent6>
        <a:srgbClr val="BDBAFD"/>
      </a:accent6>
      <a:hlink>
        <a:srgbClr val="63DF4E"/>
      </a:hlink>
      <a:folHlink>
        <a:srgbClr val="52B8FF"/>
      </a:folHlink>
    </a:clrScheme>
    <a:fontScheme name="Custom 1">
      <a:majorFont>
        <a:latin typeface="ServiceNow Sans Bold"/>
        <a:ea typeface=""/>
        <a:cs typeface=""/>
      </a:majorFont>
      <a:minorFont>
        <a:latin typeface="ServiceNow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l">
          <a:defRPr sz="16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b="0" i="0" dirty="0" err="1" smtClean="0">
            <a:solidFill>
              <a:schemeClr val="bg1"/>
            </a:solidFill>
            <a:latin typeface="ServiceNow Sans Light" panose="020B0404040101010104" pitchFamily="34" charset="77"/>
            <a:cs typeface="ServiceNow Sans Light" panose="020B0404040101010104" pitchFamily="34" charset="77"/>
          </a:defRPr>
        </a:defPPr>
      </a:lstStyle>
    </a:txDef>
  </a:objectDefaults>
  <a:extraClrSchemeLst/>
  <a:custClrLst>
    <a:custClr name="Light Wasabi">
      <a:srgbClr val="DEFFD9"/>
    </a:custClr>
    <a:custClr name="Light Blue">
      <a:srgbClr val="C2E6FF"/>
    </a:custClr>
    <a:custClr name="Light Indigo">
      <a:srgbClr val="BDBAFD"/>
    </a:custClr>
    <a:custClr name="Light Purple">
      <a:srgbClr val="DEC3F7"/>
    </a:custClr>
    <a:custClr name="Bright Orange">
      <a:srgbClr val="FFBC39"/>
    </a:custClr>
    <a:custClr name="BLANK">
      <a:srgbClr val="FFFFFF"/>
    </a:custClr>
    <a:custClr name="BLANK">
      <a:srgbClr val="FFFFFF"/>
    </a:custClr>
    <a:custClr name="BLANK">
      <a:srgbClr val="FFFFFF"/>
    </a:custClr>
    <a:custClr name="BLANK">
      <a:srgbClr val="FFFFFF"/>
    </a:custClr>
    <a:custClr name="BLANK">
      <a:srgbClr val="FFFFFF"/>
    </a:custClr>
    <a:custClr name="Wasabi Green">
      <a:srgbClr val="63DF4E"/>
    </a:custClr>
    <a:custClr name="Blue">
      <a:srgbClr val="52B8FF"/>
    </a:custClr>
    <a:custClr name="Indigo">
      <a:srgbClr val="7661FF"/>
    </a:custClr>
    <a:custClr name="Purple">
      <a:srgbClr val="BF71F2"/>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 Wasabi">
      <a:srgbClr val="005F1E"/>
    </a:custClr>
    <a:custClr name="Mid Blue">
      <a:srgbClr val="035D99"/>
    </a:custClr>
    <a:custClr name="Mid Indigo">
      <a:srgbClr val="3C288D"/>
    </a:custClr>
    <a:custClr name="Mid Purple">
      <a:srgbClr val="412C58"/>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Dark Wasabi">
      <a:srgbClr val="003310"/>
    </a:custClr>
    <a:custClr name="Infinite Blue">
      <a:srgbClr val="032D42"/>
    </a:custClr>
    <a:custClr name="Dark Indigo ">
      <a:srgbClr val="14103B"/>
    </a:custClr>
    <a:custClr name="Dark Purple">
      <a:srgbClr val="1E012E"/>
    </a:custClr>
  </a:custClrLst>
  <a:extLst>
    <a:ext uri="{05A4C25C-085E-4340-85A3-A5531E510DB2}">
      <thm15:themeFamily xmlns:thm15="http://schemas.microsoft.com/office/thememl/2012/main" name="2_ServiceNow Knowledge25" id="{BF2BC73B-F33C-4A9C-955C-2C3C175FC480}" vid="{87623030-5D14-4F80-853B-0B110DDEC080}"/>
    </a:ext>
  </a:extLst>
</a:theme>
</file>

<file path=ppt/theme/theme2.xml><?xml version="1.0" encoding="utf-8"?>
<a:theme xmlns:a="http://schemas.openxmlformats.org/drawingml/2006/main" name="Office Theme">
  <a:themeElements>
    <a:clrScheme name="ServiceNow Corporate Template">
      <a:dk1>
        <a:srgbClr val="FFFFFF"/>
      </a:dk1>
      <a:lt1>
        <a:srgbClr val="000000"/>
      </a:lt1>
      <a:dk2>
        <a:srgbClr val="FFFFFF"/>
      </a:dk2>
      <a:lt2>
        <a:srgbClr val="042D42"/>
      </a:lt2>
      <a:accent1>
        <a:srgbClr val="63DF4E"/>
      </a:accent1>
      <a:accent2>
        <a:srgbClr val="52B8FF"/>
      </a:accent2>
      <a:accent3>
        <a:srgbClr val="7661FF"/>
      </a:accent3>
      <a:accent4>
        <a:srgbClr val="BF71F2"/>
      </a:accent4>
      <a:accent5>
        <a:srgbClr val="009156"/>
      </a:accent5>
      <a:accent6>
        <a:srgbClr val="021829"/>
      </a:accent6>
      <a:hlink>
        <a:srgbClr val="52B8FF"/>
      </a:hlink>
      <a:folHlink>
        <a:srgbClr val="009156"/>
      </a:folHlink>
    </a:clrScheme>
    <a:fontScheme name="Century Gothic">
      <a:majorFont>
        <a:latin typeface="ServiceNow Sans"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rviceNow Sans"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ustom 3">
      <a:dk1>
        <a:srgbClr val="293E40"/>
      </a:dk1>
      <a:lt1>
        <a:srgbClr val="FFFFFF"/>
      </a:lt1>
      <a:dk2>
        <a:srgbClr val="D1232B"/>
      </a:dk2>
      <a:lt2>
        <a:srgbClr val="F7F7F7"/>
      </a:lt2>
      <a:accent1>
        <a:srgbClr val="81B5A1"/>
      </a:accent1>
      <a:accent2>
        <a:srgbClr val="68A1AF"/>
      </a:accent2>
      <a:accent3>
        <a:srgbClr val="8686BC"/>
      </a:accent3>
      <a:accent4>
        <a:srgbClr val="E5D87C"/>
      </a:accent4>
      <a:accent5>
        <a:srgbClr val="E8A679"/>
      </a:accent5>
      <a:accent6>
        <a:srgbClr val="DB8F8F"/>
      </a:accent6>
      <a:hlink>
        <a:srgbClr val="68A1AF"/>
      </a:hlink>
      <a:folHlink>
        <a:srgbClr val="81B5A1"/>
      </a:folHlink>
    </a:clrScheme>
    <a:fontScheme name="Century Gothic">
      <a:majorFont>
        <a:latin typeface="ServiceNow Sans"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rviceNow Sans"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83C28622E4D864BA45494C1ED4AB2E2" ma:contentTypeVersion="24" ma:contentTypeDescription="Create a new document." ma:contentTypeScope="" ma:versionID="f40f48e262e5b483c78209641360735a">
  <xsd:schema xmlns:xsd="http://www.w3.org/2001/XMLSchema" xmlns:xs="http://www.w3.org/2001/XMLSchema" xmlns:p="http://schemas.microsoft.com/office/2006/metadata/properties" xmlns:ns2="dc6da41d-0541-469a-83f4-21f5c8d9543c" xmlns:ns3="effa7fcf-def6-4903-af60-86d85c24b91f" targetNamespace="http://schemas.microsoft.com/office/2006/metadata/properties" ma:root="true" ma:fieldsID="d54364830e9d4dbe80982fe687542d85" ns2:_="" ns3:_="">
    <xsd:import namespace="dc6da41d-0541-469a-83f4-21f5c8d9543c"/>
    <xsd:import namespace="effa7fcf-def6-4903-af60-86d85c24b91f"/>
    <xsd:element name="properties">
      <xsd:complexType>
        <xsd:sequence>
          <xsd:element name="documentManagement">
            <xsd:complexType>
              <xsd:all>
                <xsd:element ref="ns2:Notes" minOccurs="0"/>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lookup" minOccurs="0"/>
                <xsd:element ref="ns2:Test"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6da41d-0541-469a-83f4-21f5c8d9543c" elementFormDefault="qualified">
    <xsd:import namespace="http://schemas.microsoft.com/office/2006/documentManagement/types"/>
    <xsd:import namespace="http://schemas.microsoft.com/office/infopath/2007/PartnerControls"/>
    <xsd:element name="Notes" ma:index="2" nillable="true" ma:displayName="Notes" ma:description="details about each document" ma:format="Dropdown" ma:internalName="Notes" ma:readOnly="false">
      <xsd:simpleType>
        <xsd:restriction base="dms:Text">
          <xsd:maxLength value="255"/>
        </xsd:restrict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hidden="true" ma:internalName="MediaServiceAutoTags" ma:readOnly="true">
      <xsd:simpleType>
        <xsd:restriction base="dms:Text"/>
      </xsd:simpleType>
    </xsd:element>
    <xsd:element name="MediaServiceOCR" ma:index="12" nillable="true" ma:displayName="Extracted Text" ma:hidden="true" ma:internalName="MediaServiceOCR"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Location" ma:index="17" nillable="true" ma:displayName="Location" ma:hidden="true" ma:internalName="MediaServiceLocation" ma:readOnly="true">
      <xsd:simpleType>
        <xsd:restriction base="dms:Text"/>
      </xsd:simpleType>
    </xsd:element>
    <xsd:element name="MediaLengthInSeconds" ma:index="21" nillable="true" ma:displayName="Length (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e27af23-84c9-4733-8bcb-da60bbaae23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lookup" ma:index="27" nillable="true" ma:displayName="lookup" ma:format="Dropdown" ma:list="dc6da41d-0541-469a-83f4-21f5c8d9543c" ma:internalName="lookup" ma:showField="Title">
      <xsd:simpleType>
        <xsd:restriction base="dms:Lookup"/>
      </xsd:simpleType>
    </xsd:element>
    <xsd:element name="Test" ma:index="28" nillable="true" ma:displayName="Test" ma:format="Dropdown" ma:internalName="Test">
      <xsd:simpleType>
        <xsd:restriction base="dms:Choice">
          <xsd:enumeration value="Team 1"/>
          <xsd:enumeration value="Team 2"/>
          <xsd:enumeration value="Team 3"/>
        </xsd:restriction>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ffa7fcf-def6-4903-af60-86d85c24b91f" elementFormDefault="qualified">
    <xsd:import namespace="http://schemas.microsoft.com/office/2006/documentManagement/types"/>
    <xsd:import namespace="http://schemas.microsoft.com/office/infopath/2007/PartnerControls"/>
    <xsd:element name="SharedWithUsers" ma:index="18"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hidden="true" ma:internalName="SharedWithDetails" ma:readOnly="true">
      <xsd:simpleType>
        <xsd:restriction base="dms:Note"/>
      </xsd:simpleType>
    </xsd:element>
    <xsd:element name="TaxCatchAll" ma:index="24" nillable="true" ma:displayName="Taxonomy Catch All Column" ma:hidden="true" ma:list="{61fdabfc-fe49-4d6b-ac88-a2e894fd4c54}" ma:internalName="TaxCatchAll" ma:showField="CatchAllData" ma:web="effa7fcf-def6-4903-af60-86d85c24b91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c6da41d-0541-469a-83f4-21f5c8d9543c">
      <Terms xmlns="http://schemas.microsoft.com/office/infopath/2007/PartnerControls"/>
    </lcf76f155ced4ddcb4097134ff3c332f>
    <TaxCatchAll xmlns="effa7fcf-def6-4903-af60-86d85c24b91f" xsi:nil="true"/>
    <SharedWithUsers xmlns="effa7fcf-def6-4903-af60-86d85c24b91f">
      <UserInfo>
        <DisplayName>Matthew Denton</DisplayName>
        <AccountId>70</AccountId>
        <AccountType/>
      </UserInfo>
    </SharedWithUsers>
    <Notes xmlns="dc6da41d-0541-469a-83f4-21f5c8d9543c" xsi:nil="true"/>
    <Test xmlns="dc6da41d-0541-469a-83f4-21f5c8d9543c" xsi:nil="true"/>
    <lookup xmlns="dc6da41d-0541-469a-83f4-21f5c8d9543c" xsi:nil="true"/>
  </documentManagement>
</p:properties>
</file>

<file path=customXml/itemProps1.xml><?xml version="1.0" encoding="utf-8"?>
<ds:datastoreItem xmlns:ds="http://schemas.openxmlformats.org/officeDocument/2006/customXml" ds:itemID="{581662DF-8024-489A-9488-5E9B9DC650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c6da41d-0541-469a-83f4-21f5c8d9543c"/>
    <ds:schemaRef ds:uri="effa7fcf-def6-4903-af60-86d85c24b91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017D2F6-C12C-47DD-B7BB-BBD8EB9EFD66}">
  <ds:schemaRefs>
    <ds:schemaRef ds:uri="http://schemas.microsoft.com/sharepoint/v3/contenttype/forms"/>
  </ds:schemaRefs>
</ds:datastoreItem>
</file>

<file path=customXml/itemProps3.xml><?xml version="1.0" encoding="utf-8"?>
<ds:datastoreItem xmlns:ds="http://schemas.openxmlformats.org/officeDocument/2006/customXml" ds:itemID="{10237041-D453-4DA6-9826-1F71C15A791D}">
  <ds:schemaRefs>
    <ds:schemaRef ds:uri="http://schemas.microsoft.com/office/2006/documentManagement/types"/>
    <ds:schemaRef ds:uri="http://schemas.microsoft.com/office/infopath/2007/PartnerControls"/>
    <ds:schemaRef ds:uri="http://www.w3.org/XML/1998/namespace"/>
    <ds:schemaRef ds:uri="http://purl.org/dc/terms/"/>
    <ds:schemaRef ds:uri="http://schemas.openxmlformats.org/package/2006/metadata/core-properties"/>
    <ds:schemaRef ds:uri="http://purl.org/dc/dcmitype/"/>
    <ds:schemaRef ds:uri="http://purl.org/dc/elements/1.1/"/>
    <ds:schemaRef ds:uri="effa7fcf-def6-4903-af60-86d85c24b91f"/>
    <ds:schemaRef ds:uri="dc6da41d-0541-469a-83f4-21f5c8d9543c"/>
    <ds:schemaRef ds:uri="http://schemas.microsoft.com/office/2006/metadata/properties"/>
  </ds:schemaRefs>
</ds:datastoreItem>
</file>

<file path=docMetadata/LabelInfo.xml><?xml version="1.0" encoding="utf-8"?>
<clbl:labelList xmlns:clbl="http://schemas.microsoft.com/office/2020/mipLabelMetadata">
  <clbl:label id="{8bcff170-9979-491e-8683-d8ced0850bad}" enabled="0" method="" siteId="{8bcff170-9979-491e-8683-d8ced0850bad}" removed="1"/>
</clbl:labelList>
</file>

<file path=docProps/app.xml><?xml version="1.0" encoding="utf-8"?>
<Properties xmlns="http://schemas.openxmlformats.org/officeDocument/2006/extended-properties" xmlns:vt="http://schemas.openxmlformats.org/officeDocument/2006/docPropsVTypes">
  <Template/>
  <TotalTime>68</TotalTime>
  <Words>1576</Words>
  <Application>Microsoft Macintosh PowerPoint</Application>
  <PresentationFormat>Custom</PresentationFormat>
  <Paragraphs>258</Paragraphs>
  <Slides>32</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ServiceNow Sans Display Bold</vt:lpstr>
      <vt:lpstr>ServiceNow Sans Bold</vt:lpstr>
      <vt:lpstr>ServiceNow Sans</vt:lpstr>
      <vt:lpstr>ServiceNow Sans Medium</vt:lpstr>
      <vt:lpstr>ServiceNow Sans Light</vt:lpstr>
      <vt:lpstr>ServiceNow Corp Template</vt:lpstr>
      <vt:lpstr>ServiceNow Corporate PowerPoint Template</vt:lpstr>
      <vt:lpstr>Welcome to  the Corporate PowerPoint  Template</vt:lpstr>
      <vt:lpstr>V2.0-V2.3 updates, Q4 2025-Q3 2026</vt:lpstr>
      <vt:lpstr>Quick-start</vt:lpstr>
      <vt:lpstr>Use layouts within this template</vt:lpstr>
      <vt:lpstr>Importing slides from other templates</vt:lpstr>
      <vt:lpstr>Font check</vt:lpstr>
      <vt:lpstr>Using PowerPoint color chips</vt:lpstr>
      <vt:lpstr>Cover  stand alone</vt:lpstr>
      <vt:lpstr>Cover  with subtitle</vt:lpstr>
      <vt:lpstr>Cover  with multiple speakers</vt:lpstr>
      <vt:lpstr>Table of contents</vt:lpstr>
      <vt:lpstr>Title only</vt:lpstr>
      <vt:lpstr>Title with subtitle</vt:lpstr>
      <vt:lpstr>Title</vt:lpstr>
      <vt:lpstr>Title</vt:lpstr>
      <vt:lpstr>Two columns</vt:lpstr>
      <vt:lpstr>Three columns</vt:lpstr>
      <vt:lpstr>Four columns</vt:lpstr>
      <vt:lpstr> Quote, this layout can  use multiple lines of text,  the top quote mark will move automatically.</vt:lpstr>
      <vt:lpstr>Layout for a  large statement  that spans multiple lines.</vt:lpstr>
      <vt:lpstr>Divider</vt:lpstr>
      <vt:lpstr>PowerPoint Presentation</vt:lpstr>
      <vt:lpstr>Demo intro desktop</vt:lpstr>
      <vt:lpstr>Demo intro tablet</vt:lpstr>
      <vt:lpstr>Demo intro  mobile</vt:lpstr>
      <vt:lpstr>PowerPoint Presentation</vt:lpstr>
      <vt:lpstr>PowerPoint Presentation</vt:lpstr>
      <vt:lpstr>PowerPoint Presentation</vt:lpstr>
      <vt:lpstr>PowerPoint Presentation</vt:lpstr>
      <vt:lpstr>Thank you</vt:lpstr>
      <vt:lpstr>PowerPoint Presentation</vt:lpstr>
    </vt:vector>
  </TitlesOfParts>
  <Manager/>
  <Company>ServiceNow</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ServiceNow Corporate Template</dc:title>
  <dc:subject/>
  <dc:creator>Ryan Thompson</dc:creator>
  <cp:keywords/>
  <dc:description/>
  <cp:lastModifiedBy>Ryan Thompson</cp:lastModifiedBy>
  <cp:revision>11</cp:revision>
  <cp:lastPrinted>2019-06-03T22:01:18Z</cp:lastPrinted>
  <dcterms:created xsi:type="dcterms:W3CDTF">2026-07-14T15:10:00Z</dcterms:created>
  <dcterms:modified xsi:type="dcterms:W3CDTF">2026-07-14T16:12:46Z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0x010100B83C28622E4D864BA45494C1ED4AB2E2</vt:lpwstr>
  </property>
  <property fmtid="{D5CDD505-2E9C-101B-9397-08002B2CF9AE}" pid="3" name="MediaServiceImageTags">
    <vt:lpwstr/>
  </property>
  <property fmtid="{D5CDD505-2E9C-101B-9397-08002B2CF9AE}" pid="4" name="NXPowerLiteLastOptimized">
    <vt:lpwstr>183873491</vt:lpwstr>
  </property>
  <property fmtid="{D5CDD505-2E9C-101B-9397-08002B2CF9AE}" pid="5" name="NXPowerLiteSettings">
    <vt:lpwstr>F90005D002A000</vt:lpwstr>
  </property>
  <property fmtid="{D5CDD505-2E9C-101B-9397-08002B2CF9AE}" pid="6" name="NXPowerLiteVersion">
    <vt:lpwstr>D10.3.0</vt:lpwstr>
  </property>
</Properties>
</file>